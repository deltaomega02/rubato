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"/>
  </p:notesMasterIdLst>
  <p:sldIdLst>
    <p:sldId id="257" r:id="rId2"/>
  </p:sldIdLst>
  <p:sldSz cx="21383625" cy="30275213"/>
  <p:notesSz cx="6797675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451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451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451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451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451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451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451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451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451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9536" userDrawn="1">
          <p15:clr>
            <a:srgbClr val="A4A3A4"/>
          </p15:clr>
        </p15:guide>
        <p15:guide id="2" pos="673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54" y="-9558"/>
      </p:cViewPr>
      <p:guideLst>
        <p:guide orient="horz" pos="9536"/>
        <p:guide pos="673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시우 박" userId="d84769e11b5a7e89" providerId="LiveId" clId="{54B9154D-1D3A-48A8-A2EC-5039607F50B6}"/>
    <pc:docChg chg="custSel modSld">
      <pc:chgData name="시우 박" userId="d84769e11b5a7e89" providerId="LiveId" clId="{54B9154D-1D3A-48A8-A2EC-5039607F50B6}" dt="2024-12-02T05:23:17.238" v="259" actId="20577"/>
      <pc:docMkLst>
        <pc:docMk/>
      </pc:docMkLst>
      <pc:sldChg chg="modSp mod">
        <pc:chgData name="시우 박" userId="d84769e11b5a7e89" providerId="LiveId" clId="{54B9154D-1D3A-48A8-A2EC-5039607F50B6}" dt="2024-12-02T05:23:17.238" v="259" actId="20577"/>
        <pc:sldMkLst>
          <pc:docMk/>
          <pc:sldMk cId="3895832924" sldId="257"/>
        </pc:sldMkLst>
        <pc:graphicFrameChg chg="modGraphic">
          <ac:chgData name="시우 박" userId="d84769e11b5a7e89" providerId="LiveId" clId="{54B9154D-1D3A-48A8-A2EC-5039607F50B6}" dt="2024-12-02T05:23:17.238" v="259" actId="20577"/>
          <ac:graphicFrameMkLst>
            <pc:docMk/>
            <pc:sldMk cId="3895832924" sldId="257"/>
            <ac:graphicFrameMk id="4" creationId="{734F9960-AFB1-C59D-E57A-20DBE66A418E}"/>
          </ac:graphicFrameMkLst>
        </pc:graphicFrameChg>
      </pc:sldChg>
    </pc:docChg>
  </pc:docChgLst>
  <pc:docChgLst>
    <pc:chgData name="시우 박" userId="d84769e11b5a7e89" providerId="LiveId" clId="{69D8F830-3203-4E77-9B25-E355575C9CC2}"/>
    <pc:docChg chg="undo custSel addSld delSld modSld">
      <pc:chgData name="시우 박" userId="d84769e11b5a7e89" providerId="LiveId" clId="{69D8F830-3203-4E77-9B25-E355575C9CC2}" dt="2024-11-13T00:49:09.836" v="5462" actId="1036"/>
      <pc:docMkLst>
        <pc:docMk/>
      </pc:docMkLst>
      <pc:sldChg chg="addSp delSp modSp del mod">
        <pc:chgData name="시우 박" userId="d84769e11b5a7e89" providerId="LiveId" clId="{69D8F830-3203-4E77-9B25-E355575C9CC2}" dt="2024-11-05T07:11:53.959" v="3653" actId="47"/>
        <pc:sldMkLst>
          <pc:docMk/>
          <pc:sldMk cId="0" sldId="256"/>
        </pc:sldMkLst>
        <pc:spChg chg="add del">
          <ac:chgData name="시우 박" userId="d84769e11b5a7e89" providerId="LiveId" clId="{69D8F830-3203-4E77-9B25-E355575C9CC2}" dt="2024-11-05T06:46:50.025" v="3468" actId="22"/>
          <ac:spMkLst>
            <pc:docMk/>
            <pc:sldMk cId="0" sldId="256"/>
            <ac:spMk id="5" creationId="{45F27F54-580E-BCB2-484C-34ABF1957F94}"/>
          </ac:spMkLst>
        </pc:spChg>
        <pc:spChg chg="del">
          <ac:chgData name="시우 박" userId="d84769e11b5a7e89" providerId="LiveId" clId="{69D8F830-3203-4E77-9B25-E355575C9CC2}" dt="2024-11-03T15:12:22.701" v="210" actId="478"/>
          <ac:spMkLst>
            <pc:docMk/>
            <pc:sldMk cId="0" sldId="256"/>
            <ac:spMk id="14" creationId="{00000000-0000-0000-0000-000000000000}"/>
          </ac:spMkLst>
        </pc:spChg>
        <pc:spChg chg="add del">
          <ac:chgData name="시우 박" userId="d84769e11b5a7e89" providerId="LiveId" clId="{69D8F830-3203-4E77-9B25-E355575C9CC2}" dt="2024-11-05T07:00:42.776" v="3479" actId="22"/>
          <ac:spMkLst>
            <pc:docMk/>
            <pc:sldMk cId="0" sldId="256"/>
            <ac:spMk id="15" creationId="{097721D7-FC69-F3E7-B915-33667424E406}"/>
          </ac:spMkLst>
        </pc:spChg>
        <pc:spChg chg="add del">
          <ac:chgData name="시우 박" userId="d84769e11b5a7e89" providerId="LiveId" clId="{69D8F830-3203-4E77-9B25-E355575C9CC2}" dt="2024-11-05T07:01:37.169" v="3486" actId="22"/>
          <ac:spMkLst>
            <pc:docMk/>
            <pc:sldMk cId="0" sldId="256"/>
            <ac:spMk id="21" creationId="{F203A1DD-9F0A-7F8B-5E38-B044C0A54DA8}"/>
          </ac:spMkLst>
        </pc:spChg>
        <pc:spChg chg="mod">
          <ac:chgData name="시우 박" userId="d84769e11b5a7e89" providerId="LiveId" clId="{69D8F830-3203-4E77-9B25-E355575C9CC2}" dt="2024-11-03T15:57:15.803" v="2964" actId="1035"/>
          <ac:spMkLst>
            <pc:docMk/>
            <pc:sldMk cId="0" sldId="256"/>
            <ac:spMk id="30" creationId="{00000000-0000-0000-0000-000000000000}"/>
          </ac:spMkLst>
        </pc:spChg>
        <pc:spChg chg="add del">
          <ac:chgData name="시우 박" userId="d84769e11b5a7e89" providerId="LiveId" clId="{69D8F830-3203-4E77-9B25-E355575C9CC2}" dt="2024-11-05T07:04:35.504" v="3496" actId="22"/>
          <ac:spMkLst>
            <pc:docMk/>
            <pc:sldMk cId="0" sldId="256"/>
            <ac:spMk id="32" creationId="{7D163A95-C4B7-D751-DB0E-E75C0CA3D672}"/>
          </ac:spMkLst>
        </pc:spChg>
        <pc:spChg chg="add del">
          <ac:chgData name="시우 박" userId="d84769e11b5a7e89" providerId="LiveId" clId="{69D8F830-3203-4E77-9B25-E355575C9CC2}" dt="2024-11-05T07:04:41.928" v="3498" actId="22"/>
          <ac:spMkLst>
            <pc:docMk/>
            <pc:sldMk cId="0" sldId="256"/>
            <ac:spMk id="34" creationId="{089E9494-6B7D-D154-0315-3E6F50CBEB74}"/>
          </ac:spMkLst>
        </pc:spChg>
        <pc:spChg chg="mod">
          <ac:chgData name="시우 박" userId="d84769e11b5a7e89" providerId="LiveId" clId="{69D8F830-3203-4E77-9B25-E355575C9CC2}" dt="2024-11-03T15:11:12.086" v="188" actId="1076"/>
          <ac:spMkLst>
            <pc:docMk/>
            <pc:sldMk cId="0" sldId="256"/>
            <ac:spMk id="97" creationId="{00000000-0000-0000-0000-000000000000}"/>
          </ac:spMkLst>
        </pc:spChg>
        <pc:spChg chg="mod">
          <ac:chgData name="시우 박" userId="d84769e11b5a7e89" providerId="LiveId" clId="{69D8F830-3203-4E77-9B25-E355575C9CC2}" dt="2024-11-03T15:00:23.531" v="11" actId="20577"/>
          <ac:spMkLst>
            <pc:docMk/>
            <pc:sldMk cId="0" sldId="256"/>
            <ac:spMk id="98" creationId="{00000000-0000-0000-0000-000000000000}"/>
          </ac:spMkLst>
        </pc:spChg>
        <pc:graphicFrameChg chg="mod modGraphic">
          <ac:chgData name="시우 박" userId="d84769e11b5a7e89" providerId="LiveId" clId="{69D8F830-3203-4E77-9B25-E355575C9CC2}" dt="2024-11-03T16:03:57.442" v="3408" actId="20577"/>
          <ac:graphicFrameMkLst>
            <pc:docMk/>
            <pc:sldMk cId="0" sldId="256"/>
            <ac:graphicFrameMk id="2" creationId="{00000000-0000-0000-0000-000000000000}"/>
          </ac:graphicFrameMkLst>
        </pc:graphicFrameChg>
        <pc:graphicFrameChg chg="del">
          <ac:chgData name="시우 박" userId="d84769e11b5a7e89" providerId="LiveId" clId="{69D8F830-3203-4E77-9B25-E355575C9CC2}" dt="2024-11-03T15:12:22.701" v="210" actId="478"/>
          <ac:graphicFrameMkLst>
            <pc:docMk/>
            <pc:sldMk cId="0" sldId="256"/>
            <ac:graphicFrameMk id="15" creationId="{00000000-0000-0000-0000-000000000000}"/>
          </ac:graphicFrameMkLst>
        </pc:graphicFrameChg>
        <pc:picChg chg="add del mod">
          <ac:chgData name="시우 박" userId="d84769e11b5a7e89" providerId="LiveId" clId="{69D8F830-3203-4E77-9B25-E355575C9CC2}" dt="2024-11-05T06:46:49.152" v="3466" actId="478"/>
          <ac:picMkLst>
            <pc:docMk/>
            <pc:sldMk cId="0" sldId="256"/>
            <ac:picMk id="4" creationId="{D87AE6AE-8C8E-61E5-6FF8-A2407EDA14BC}"/>
          </ac:picMkLst>
        </pc:picChg>
        <pc:picChg chg="add mod">
          <ac:chgData name="시우 박" userId="d84769e11b5a7e89" providerId="LiveId" clId="{69D8F830-3203-4E77-9B25-E355575C9CC2}" dt="2024-11-05T06:47:01.140" v="3471" actId="1076"/>
          <ac:picMkLst>
            <pc:docMk/>
            <pc:sldMk cId="0" sldId="256"/>
            <ac:picMk id="7" creationId="{AC4A277C-6AD3-BF01-F035-B3BCAB204CE0}"/>
          </ac:picMkLst>
        </pc:picChg>
        <pc:picChg chg="add mod">
          <ac:chgData name="시우 박" userId="d84769e11b5a7e89" providerId="LiveId" clId="{69D8F830-3203-4E77-9B25-E355575C9CC2}" dt="2024-11-05T06:48:05.906" v="3473" actId="1076"/>
          <ac:picMkLst>
            <pc:docMk/>
            <pc:sldMk cId="0" sldId="256"/>
            <ac:picMk id="9" creationId="{0BA1A459-5005-A0AF-FED0-6E1DC46C0F0A}"/>
          </ac:picMkLst>
        </pc:picChg>
        <pc:picChg chg="add mod">
          <ac:chgData name="시우 박" userId="d84769e11b5a7e89" providerId="LiveId" clId="{69D8F830-3203-4E77-9B25-E355575C9CC2}" dt="2024-11-05T06:48:16.884" v="3475" actId="1076"/>
          <ac:picMkLst>
            <pc:docMk/>
            <pc:sldMk cId="0" sldId="256"/>
            <ac:picMk id="11" creationId="{755E2153-64DF-C7AC-6E78-75E27FC2651B}"/>
          </ac:picMkLst>
        </pc:picChg>
        <pc:picChg chg="add mod">
          <ac:chgData name="시우 박" userId="d84769e11b5a7e89" providerId="LiveId" clId="{69D8F830-3203-4E77-9B25-E355575C9CC2}" dt="2024-11-05T06:48:35.865" v="3477" actId="1076"/>
          <ac:picMkLst>
            <pc:docMk/>
            <pc:sldMk cId="0" sldId="256"/>
            <ac:picMk id="13" creationId="{C2BCA5E3-A314-BCEC-C28F-5947FFD6D7EA}"/>
          </ac:picMkLst>
        </pc:picChg>
        <pc:picChg chg="add mod">
          <ac:chgData name="시우 박" userId="d84769e11b5a7e89" providerId="LiveId" clId="{69D8F830-3203-4E77-9B25-E355575C9CC2}" dt="2024-11-05T07:00:49.965" v="3481" actId="1076"/>
          <ac:picMkLst>
            <pc:docMk/>
            <pc:sldMk cId="0" sldId="256"/>
            <ac:picMk id="17" creationId="{1066DE01-4F8A-90B5-33F7-7F14E8598BA3}"/>
          </ac:picMkLst>
        </pc:picChg>
        <pc:picChg chg="add mod">
          <ac:chgData name="시우 박" userId="d84769e11b5a7e89" providerId="LiveId" clId="{69D8F830-3203-4E77-9B25-E355575C9CC2}" dt="2024-11-05T07:01:07.842" v="3484" actId="1076"/>
          <ac:picMkLst>
            <pc:docMk/>
            <pc:sldMk cId="0" sldId="256"/>
            <ac:picMk id="19" creationId="{D54EC44A-36E2-BEC9-6E14-67E42CB68CFF}"/>
          </ac:picMkLst>
        </pc:picChg>
        <pc:picChg chg="add mod">
          <ac:chgData name="시우 박" userId="d84769e11b5a7e89" providerId="LiveId" clId="{69D8F830-3203-4E77-9B25-E355575C9CC2}" dt="2024-11-05T07:01:47.186" v="3489" actId="1076"/>
          <ac:picMkLst>
            <pc:docMk/>
            <pc:sldMk cId="0" sldId="256"/>
            <ac:picMk id="23" creationId="{D3D3CB32-80B3-81F5-8D37-F1EB10778E9E}"/>
          </ac:picMkLst>
        </pc:picChg>
        <pc:picChg chg="add mod">
          <ac:chgData name="시우 박" userId="d84769e11b5a7e89" providerId="LiveId" clId="{69D8F830-3203-4E77-9B25-E355575C9CC2}" dt="2024-11-05T07:02:05.191" v="3491" actId="1076"/>
          <ac:picMkLst>
            <pc:docMk/>
            <pc:sldMk cId="0" sldId="256"/>
            <ac:picMk id="25" creationId="{C8E87A75-0FBF-8444-5C8D-22137FB92AA3}"/>
          </ac:picMkLst>
        </pc:picChg>
        <pc:picChg chg="add mod">
          <ac:chgData name="시우 박" userId="d84769e11b5a7e89" providerId="LiveId" clId="{69D8F830-3203-4E77-9B25-E355575C9CC2}" dt="2024-11-05T07:02:25.653" v="3493" actId="1076"/>
          <ac:picMkLst>
            <pc:docMk/>
            <pc:sldMk cId="0" sldId="256"/>
            <ac:picMk id="27" creationId="{84A939E2-3936-ACF8-94D5-CA0669E43474}"/>
          </ac:picMkLst>
        </pc:picChg>
        <pc:picChg chg="add">
          <ac:chgData name="시우 박" userId="d84769e11b5a7e89" providerId="LiveId" clId="{69D8F830-3203-4E77-9B25-E355575C9CC2}" dt="2024-11-05T07:03:04.403" v="3494" actId="22"/>
          <ac:picMkLst>
            <pc:docMk/>
            <pc:sldMk cId="0" sldId="256"/>
            <ac:picMk id="29" creationId="{7F8AD01E-C11E-87D3-2DF9-B9F130F18EF4}"/>
          </ac:picMkLst>
        </pc:picChg>
        <pc:picChg chg="del">
          <ac:chgData name="시우 박" userId="d84769e11b5a7e89" providerId="LiveId" clId="{69D8F830-3203-4E77-9B25-E355575C9CC2}" dt="2024-11-03T15:00:18.161" v="3" actId="478"/>
          <ac:picMkLst>
            <pc:docMk/>
            <pc:sldMk cId="0" sldId="256"/>
            <ac:picMk id="31" creationId="{2F45EEA6-08BE-4CE3-869A-0D7CFA0884A5}"/>
          </ac:picMkLst>
        </pc:picChg>
        <pc:picChg chg="del">
          <ac:chgData name="시우 박" userId="d84769e11b5a7e89" providerId="LiveId" clId="{69D8F830-3203-4E77-9B25-E355575C9CC2}" dt="2024-11-03T15:00:18.603" v="4" actId="478"/>
          <ac:picMkLst>
            <pc:docMk/>
            <pc:sldMk cId="0" sldId="256"/>
            <ac:picMk id="32" creationId="{E68353E2-C550-4228-BCED-5877E26048AC}"/>
          </ac:picMkLst>
        </pc:picChg>
        <pc:picChg chg="del mod">
          <ac:chgData name="시우 박" userId="d84769e11b5a7e89" providerId="LiveId" clId="{69D8F830-3203-4E77-9B25-E355575C9CC2}" dt="2024-11-03T15:00:17.674" v="2" actId="478"/>
          <ac:picMkLst>
            <pc:docMk/>
            <pc:sldMk cId="0" sldId="256"/>
            <ac:picMk id="33" creationId="{11B2A7DB-2807-4673-B115-5D7AFD9BC138}"/>
          </ac:picMkLst>
        </pc:picChg>
        <pc:picChg chg="del">
          <ac:chgData name="시우 박" userId="d84769e11b5a7e89" providerId="LiveId" clId="{69D8F830-3203-4E77-9B25-E355575C9CC2}" dt="2024-11-03T15:00:17.101" v="0" actId="478"/>
          <ac:picMkLst>
            <pc:docMk/>
            <pc:sldMk cId="0" sldId="256"/>
            <ac:picMk id="34" creationId="{7B61E605-2192-4EAB-BBF2-0C7418011BBA}"/>
          </ac:picMkLst>
        </pc:picChg>
        <pc:picChg chg="add mod">
          <ac:chgData name="시우 박" userId="d84769e11b5a7e89" providerId="LiveId" clId="{69D8F830-3203-4E77-9B25-E355575C9CC2}" dt="2024-11-05T07:04:52.267" v="3500" actId="1076"/>
          <ac:picMkLst>
            <pc:docMk/>
            <pc:sldMk cId="0" sldId="256"/>
            <ac:picMk id="36" creationId="{89E88AC6-17E1-29C0-0A2B-E83356B10A94}"/>
          </ac:picMkLst>
        </pc:picChg>
      </pc:sldChg>
      <pc:sldChg chg="addSp delSp modSp add mod">
        <pc:chgData name="시우 박" userId="d84769e11b5a7e89" providerId="LiveId" clId="{69D8F830-3203-4E77-9B25-E355575C9CC2}" dt="2024-11-13T00:49:09.836" v="5462" actId="1036"/>
        <pc:sldMkLst>
          <pc:docMk/>
          <pc:sldMk cId="3895832924" sldId="257"/>
        </pc:sldMkLst>
        <pc:spChg chg="add mod">
          <ac:chgData name="시우 박" userId="d84769e11b5a7e89" providerId="LiveId" clId="{69D8F830-3203-4E77-9B25-E355575C9CC2}" dt="2024-11-13T00:49:09.836" v="5462" actId="1036"/>
          <ac:spMkLst>
            <pc:docMk/>
            <pc:sldMk cId="3895832924" sldId="257"/>
            <ac:spMk id="3" creationId="{B1B1B506-83DC-CE43-ACD7-C5D6B00454EF}"/>
          </ac:spMkLst>
        </pc:spChg>
        <pc:spChg chg="mod">
          <ac:chgData name="시우 박" userId="d84769e11b5a7e89" providerId="LiveId" clId="{69D8F830-3203-4E77-9B25-E355575C9CC2}" dt="2024-11-06T04:00:37.490" v="3811" actId="1036"/>
          <ac:spMkLst>
            <pc:docMk/>
            <pc:sldMk cId="3895832924" sldId="257"/>
            <ac:spMk id="30" creationId="{ACADC496-E434-D22E-9506-A2ACD50E174C}"/>
          </ac:spMkLst>
        </pc:spChg>
        <pc:spChg chg="mod">
          <ac:chgData name="시우 박" userId="d84769e11b5a7e89" providerId="LiveId" clId="{69D8F830-3203-4E77-9B25-E355575C9CC2}" dt="2024-11-06T03:58:40.841" v="3689" actId="1036"/>
          <ac:spMkLst>
            <pc:docMk/>
            <pc:sldMk cId="3895832924" sldId="257"/>
            <ac:spMk id="96" creationId="{2D9CC95A-058B-CE36-0B39-62DC9F5497B9}"/>
          </ac:spMkLst>
        </pc:spChg>
        <pc:spChg chg="mod">
          <ac:chgData name="시우 박" userId="d84769e11b5a7e89" providerId="LiveId" clId="{69D8F830-3203-4E77-9B25-E355575C9CC2}" dt="2024-11-06T04:00:00.970" v="3765" actId="1035"/>
          <ac:spMkLst>
            <pc:docMk/>
            <pc:sldMk cId="3895832924" sldId="257"/>
            <ac:spMk id="97" creationId="{43E61FBB-1EFE-2038-D47D-23C23A67AB40}"/>
          </ac:spMkLst>
        </pc:spChg>
        <pc:spChg chg="mod">
          <ac:chgData name="시우 박" userId="d84769e11b5a7e89" providerId="LiveId" clId="{69D8F830-3203-4E77-9B25-E355575C9CC2}" dt="2024-11-06T03:59:53.626" v="3749" actId="1035"/>
          <ac:spMkLst>
            <pc:docMk/>
            <pc:sldMk cId="3895832924" sldId="257"/>
            <ac:spMk id="98" creationId="{A7E921CF-5821-2185-6334-CE459932804A}"/>
          </ac:spMkLst>
        </pc:spChg>
        <pc:grpChg chg="add mod">
          <ac:chgData name="시우 박" userId="d84769e11b5a7e89" providerId="LiveId" clId="{69D8F830-3203-4E77-9B25-E355575C9CC2}" dt="2024-11-06T04:00:13.835" v="3783" actId="1035"/>
          <ac:grpSpMkLst>
            <pc:docMk/>
            <pc:sldMk cId="3895832924" sldId="257"/>
            <ac:grpSpMk id="13" creationId="{BCD52C2B-57ED-DB7B-A8F9-2E34CAA7F564}"/>
          </ac:grpSpMkLst>
        </pc:grpChg>
        <pc:graphicFrameChg chg="mod modGraphic">
          <ac:chgData name="시우 박" userId="d84769e11b5a7e89" providerId="LiveId" clId="{69D8F830-3203-4E77-9B25-E355575C9CC2}" dt="2024-11-13T00:47:19.761" v="5420" actId="20577"/>
          <ac:graphicFrameMkLst>
            <pc:docMk/>
            <pc:sldMk cId="3895832924" sldId="257"/>
            <ac:graphicFrameMk id="2" creationId="{6B9C52D2-B3D8-0F3B-25D4-4BAEDC79621C}"/>
          </ac:graphicFrameMkLst>
        </pc:graphicFrameChg>
        <pc:graphicFrameChg chg="add mod modGraphic">
          <ac:chgData name="시우 박" userId="d84769e11b5a7e89" providerId="LiveId" clId="{69D8F830-3203-4E77-9B25-E355575C9CC2}" dt="2024-11-13T00:49:09.836" v="5462" actId="1036"/>
          <ac:graphicFrameMkLst>
            <pc:docMk/>
            <pc:sldMk cId="3895832924" sldId="257"/>
            <ac:graphicFrameMk id="4" creationId="{734F9960-AFB1-C59D-E57A-20DBE66A418E}"/>
          </ac:graphicFrameMkLst>
        </pc:graphicFrameChg>
        <pc:picChg chg="add del">
          <ac:chgData name="시우 박" userId="d84769e11b5a7e89" providerId="LiveId" clId="{69D8F830-3203-4E77-9B25-E355575C9CC2}" dt="2024-11-05T06:46:32.742" v="3464" actId="21"/>
          <ac:picMkLst>
            <pc:docMk/>
            <pc:sldMk cId="3895832924" sldId="257"/>
            <ac:picMk id="4" creationId="{D87AE6AE-8C8E-61E5-6FF8-A2407EDA14BC}"/>
          </ac:picMkLst>
        </pc:picChg>
        <pc:picChg chg="add mod">
          <ac:chgData name="시우 박" userId="d84769e11b5a7e89" providerId="LiveId" clId="{69D8F830-3203-4E77-9B25-E355575C9CC2}" dt="2024-11-06T04:00:09.587" v="3766" actId="164"/>
          <ac:picMkLst>
            <pc:docMk/>
            <pc:sldMk cId="3895832924" sldId="257"/>
            <ac:picMk id="5" creationId="{9A721155-B7BF-66DD-B7E1-AC43F8FA1077}"/>
          </ac:picMkLst>
        </pc:picChg>
        <pc:picChg chg="add del mod">
          <ac:chgData name="시우 박" userId="d84769e11b5a7e89" providerId="LiveId" clId="{69D8F830-3203-4E77-9B25-E355575C9CC2}" dt="2024-11-05T07:06:30.702" v="3568" actId="478"/>
          <ac:picMkLst>
            <pc:docMk/>
            <pc:sldMk cId="3895832924" sldId="257"/>
            <ac:picMk id="6" creationId="{89E45B36-DE89-96DB-F45B-9B966332530C}"/>
          </ac:picMkLst>
        </pc:picChg>
        <pc:picChg chg="add mod">
          <ac:chgData name="시우 박" userId="d84769e11b5a7e89" providerId="LiveId" clId="{69D8F830-3203-4E77-9B25-E355575C9CC2}" dt="2024-11-06T04:00:09.587" v="3766" actId="164"/>
          <ac:picMkLst>
            <pc:docMk/>
            <pc:sldMk cId="3895832924" sldId="257"/>
            <ac:picMk id="7" creationId="{7FA5FF43-D8DD-BDAD-1A31-8802FFDE36A4}"/>
          </ac:picMkLst>
        </pc:picChg>
        <pc:picChg chg="add mod">
          <ac:chgData name="시우 박" userId="d84769e11b5a7e89" providerId="LiveId" clId="{69D8F830-3203-4E77-9B25-E355575C9CC2}" dt="2024-11-06T04:00:09.587" v="3766" actId="164"/>
          <ac:picMkLst>
            <pc:docMk/>
            <pc:sldMk cId="3895832924" sldId="257"/>
            <ac:picMk id="8" creationId="{9DBE3329-D2EF-D24F-3C40-40402EA23772}"/>
          </ac:picMkLst>
        </pc:picChg>
        <pc:picChg chg="add mod">
          <ac:chgData name="시우 박" userId="d84769e11b5a7e89" providerId="LiveId" clId="{69D8F830-3203-4E77-9B25-E355575C9CC2}" dt="2024-11-06T04:00:09.587" v="3766" actId="164"/>
          <ac:picMkLst>
            <pc:docMk/>
            <pc:sldMk cId="3895832924" sldId="257"/>
            <ac:picMk id="9" creationId="{7FDB7EBF-7B2A-D6A6-0E44-A515B8754C26}"/>
          </ac:picMkLst>
        </pc:picChg>
        <pc:picChg chg="add del mod">
          <ac:chgData name="시우 박" userId="d84769e11b5a7e89" providerId="LiveId" clId="{69D8F830-3203-4E77-9B25-E355575C9CC2}" dt="2024-11-06T03:59:30.898" v="3716" actId="478"/>
          <ac:picMkLst>
            <pc:docMk/>
            <pc:sldMk cId="3895832924" sldId="257"/>
            <ac:picMk id="10" creationId="{65C503C6-73D7-C281-6E0F-2D964470546D}"/>
          </ac:picMkLst>
        </pc:picChg>
        <pc:picChg chg="add del mod">
          <ac:chgData name="시우 박" userId="d84769e11b5a7e89" providerId="LiveId" clId="{69D8F830-3203-4E77-9B25-E355575C9CC2}" dt="2024-11-05T07:08:00.606" v="3582" actId="478"/>
          <ac:picMkLst>
            <pc:docMk/>
            <pc:sldMk cId="3895832924" sldId="257"/>
            <ac:picMk id="11" creationId="{580C16A1-B3B3-EB58-335C-9277F8191571}"/>
          </ac:picMkLst>
        </pc:picChg>
        <pc:picChg chg="add mod">
          <ac:chgData name="시우 박" userId="d84769e11b5a7e89" providerId="LiveId" clId="{69D8F830-3203-4E77-9B25-E355575C9CC2}" dt="2024-11-06T04:00:09.587" v="3766" actId="164"/>
          <ac:picMkLst>
            <pc:docMk/>
            <pc:sldMk cId="3895832924" sldId="257"/>
            <ac:picMk id="11" creationId="{FA03C754-1DFC-CEA5-D337-10C778247878}"/>
          </ac:picMkLst>
        </pc:picChg>
        <pc:picChg chg="add mod ord">
          <ac:chgData name="시우 박" userId="d84769e11b5a7e89" providerId="LiveId" clId="{69D8F830-3203-4E77-9B25-E355575C9CC2}" dt="2024-11-06T04:00:09.587" v="3766" actId="164"/>
          <ac:picMkLst>
            <pc:docMk/>
            <pc:sldMk cId="3895832924" sldId="257"/>
            <ac:picMk id="12" creationId="{C142D6CA-1F8C-8326-2BC6-5AF719B16467}"/>
          </ac:picMkLst>
        </pc:picChg>
        <pc:picChg chg="add mod">
          <ac:chgData name="시우 박" userId="d84769e11b5a7e89" providerId="LiveId" clId="{69D8F830-3203-4E77-9B25-E355575C9CC2}" dt="2024-11-05T07:06:54.642" v="3571" actId="571"/>
          <ac:picMkLst>
            <pc:docMk/>
            <pc:sldMk cId="3895832924" sldId="257"/>
            <ac:picMk id="13" creationId="{E769007E-0E9F-F6FA-6217-DE745314F4E1}"/>
          </ac:picMkLst>
        </pc:picChg>
        <pc:picChg chg="add mod">
          <ac:chgData name="시우 박" userId="d84769e11b5a7e89" providerId="LiveId" clId="{69D8F830-3203-4E77-9B25-E355575C9CC2}" dt="2024-11-05T07:06:54.642" v="3571" actId="571"/>
          <ac:picMkLst>
            <pc:docMk/>
            <pc:sldMk cId="3895832924" sldId="257"/>
            <ac:picMk id="14" creationId="{B474FA90-8ADA-F9A3-27BE-F439BEAD6AE9}"/>
          </ac:picMkLst>
        </pc:picChg>
        <pc:picChg chg="add mod">
          <ac:chgData name="시우 박" userId="d84769e11b5a7e89" providerId="LiveId" clId="{69D8F830-3203-4E77-9B25-E355575C9CC2}" dt="2024-11-05T07:06:54.642" v="3571" actId="571"/>
          <ac:picMkLst>
            <pc:docMk/>
            <pc:sldMk cId="3895832924" sldId="257"/>
            <ac:picMk id="15" creationId="{3D92313F-3B90-0EAD-5FC3-E7D3C0DF16BD}"/>
          </ac:picMkLst>
        </pc:picChg>
        <pc:picChg chg="add mod">
          <ac:chgData name="시우 박" userId="d84769e11b5a7e89" providerId="LiveId" clId="{69D8F830-3203-4E77-9B25-E355575C9CC2}" dt="2024-11-05T07:06:54.642" v="3571" actId="571"/>
          <ac:picMkLst>
            <pc:docMk/>
            <pc:sldMk cId="3895832924" sldId="257"/>
            <ac:picMk id="16" creationId="{02C66226-DE26-B201-2482-9DCB72B1C552}"/>
          </ac:picMkLst>
        </pc:picChg>
        <pc:picChg chg="add mod">
          <ac:chgData name="시우 박" userId="d84769e11b5a7e89" providerId="LiveId" clId="{69D8F830-3203-4E77-9B25-E355575C9CC2}" dt="2024-11-05T07:06:54.642" v="3571" actId="571"/>
          <ac:picMkLst>
            <pc:docMk/>
            <pc:sldMk cId="3895832924" sldId="257"/>
            <ac:picMk id="17" creationId="{49C4E470-8F81-4168-AF58-A99BBDF6F7B3}"/>
          </ac:picMkLst>
        </pc:picChg>
        <pc:picChg chg="add mod">
          <ac:chgData name="시우 박" userId="d84769e11b5a7e89" providerId="LiveId" clId="{69D8F830-3203-4E77-9B25-E355575C9CC2}" dt="2024-11-05T07:06:54.642" v="3571" actId="571"/>
          <ac:picMkLst>
            <pc:docMk/>
            <pc:sldMk cId="3895832924" sldId="257"/>
            <ac:picMk id="18" creationId="{FD725000-39BB-2A1C-D3CA-FC7FAF5DA75F}"/>
          </ac:picMkLst>
        </pc:picChg>
        <pc:picChg chg="add mod">
          <ac:chgData name="시우 박" userId="d84769e11b5a7e89" providerId="LiveId" clId="{69D8F830-3203-4E77-9B25-E355575C9CC2}" dt="2024-11-06T04:00:09.587" v="3766" actId="164"/>
          <ac:picMkLst>
            <pc:docMk/>
            <pc:sldMk cId="3895832924" sldId="257"/>
            <ac:picMk id="19" creationId="{A7CCB060-9AF2-67B5-6332-C1B004196AD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5766" cy="497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00" tIns="45750" rIns="91500" bIns="4575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50320" y="0"/>
            <a:ext cx="2945766" cy="497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00" tIns="45750" rIns="91500" bIns="4575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084388" y="744538"/>
            <a:ext cx="26289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0404" y="4714796"/>
            <a:ext cx="5436868" cy="4467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00" tIns="45750" rIns="91500" bIns="4575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28004"/>
            <a:ext cx="2945766" cy="497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00" tIns="45750" rIns="91500" bIns="4575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50320" y="9428004"/>
            <a:ext cx="2945766" cy="497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00" tIns="45750" rIns="91500" bIns="4575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43050443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451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451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451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451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451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451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451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451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451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AC16EB7B-0FDA-1A27-C7CB-601C8C292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>
            <a:extLst>
              <a:ext uri="{FF2B5EF4-FFF2-40B4-BE49-F238E27FC236}">
                <a16:creationId xmlns:a16="http://schemas.microsoft.com/office/drawing/2014/main" id="{7B37A7CB-6FAE-C237-C92F-9FA3535E1E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4388" y="744538"/>
            <a:ext cx="26289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1:notes">
            <a:extLst>
              <a:ext uri="{FF2B5EF4-FFF2-40B4-BE49-F238E27FC236}">
                <a16:creationId xmlns:a16="http://schemas.microsoft.com/office/drawing/2014/main" id="{536BF44E-EAE9-6225-5ED8-FD29CCBEA8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0404" y="4714796"/>
            <a:ext cx="5436868" cy="4467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00" tIns="45750" rIns="91500" bIns="457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" name="Google Shape;94;p1:notes">
            <a:extLst>
              <a:ext uri="{FF2B5EF4-FFF2-40B4-BE49-F238E27FC236}">
                <a16:creationId xmlns:a16="http://schemas.microsoft.com/office/drawing/2014/main" id="{BDE0C510-83C0-C111-B851-3CF2C80C7AB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50320" y="9428004"/>
            <a:ext cx="2945766" cy="497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00" tIns="45750" rIns="91500" bIns="4575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726991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빈 화면" type="blank">
  <p:cSld name="BLANK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 txBox="1">
            <a:spLocks noGrp="1"/>
          </p:cNvSpPr>
          <p:nvPr>
            <p:ph type="dt" idx="10"/>
          </p:nvPr>
        </p:nvSpPr>
        <p:spPr>
          <a:xfrm>
            <a:off x="15146734" y="336396"/>
            <a:ext cx="5880497" cy="127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ftr" idx="11"/>
          </p:nvPr>
        </p:nvSpPr>
        <p:spPr>
          <a:xfrm>
            <a:off x="7306072" y="336396"/>
            <a:ext cx="7840663" cy="127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ldNum" idx="12"/>
          </p:nvPr>
        </p:nvSpPr>
        <p:spPr>
          <a:xfrm>
            <a:off x="19245262" y="28593265"/>
            <a:ext cx="1781969" cy="1079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>
            <a:spLocks noGrp="1"/>
          </p:cNvSpPr>
          <p:nvPr>
            <p:ph type="title"/>
          </p:nvPr>
        </p:nvSpPr>
        <p:spPr>
          <a:xfrm>
            <a:off x="712787" y="2018347"/>
            <a:ext cx="20314444" cy="3700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body" idx="1"/>
          </p:nvPr>
        </p:nvSpPr>
        <p:spPr>
          <a:xfrm>
            <a:off x="712787" y="6860986"/>
            <a:ext cx="20314444" cy="1998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1425595" lvl="0" indent="-962277" algn="l">
              <a:spcBef>
                <a:spcPts val="1123"/>
              </a:spcBef>
              <a:spcAft>
                <a:spcPts val="0"/>
              </a:spcAft>
              <a:buSzPts val="1260"/>
              <a:buChar char="🞭"/>
              <a:defRPr/>
            </a:lvl1pPr>
            <a:lvl2pPr marL="2851191" lvl="1" indent="-962277" algn="l">
              <a:spcBef>
                <a:spcPts val="1123"/>
              </a:spcBef>
              <a:spcAft>
                <a:spcPts val="0"/>
              </a:spcAft>
              <a:buSzPts val="1260"/>
              <a:buChar char="🞤"/>
              <a:defRPr/>
            </a:lvl2pPr>
            <a:lvl3pPr marL="4276786" lvl="2" indent="-962277" algn="l">
              <a:spcBef>
                <a:spcPts val="1123"/>
              </a:spcBef>
              <a:spcAft>
                <a:spcPts val="0"/>
              </a:spcAft>
              <a:buSzPts val="1260"/>
              <a:buChar char="🞫"/>
              <a:defRPr/>
            </a:lvl3pPr>
            <a:lvl4pPr marL="5702381" lvl="3" indent="-962277" algn="l">
              <a:spcBef>
                <a:spcPts val="1123"/>
              </a:spcBef>
              <a:spcAft>
                <a:spcPts val="0"/>
              </a:spcAft>
              <a:buSzPts val="1260"/>
              <a:buChar char="🞲"/>
              <a:defRPr/>
            </a:lvl4pPr>
            <a:lvl5pPr marL="7127977" lvl="4" indent="-926634" algn="l">
              <a:spcBef>
                <a:spcPts val="1123"/>
              </a:spcBef>
              <a:spcAft>
                <a:spcPts val="0"/>
              </a:spcAft>
              <a:buSzPts val="1080"/>
              <a:buChar char="🞩"/>
              <a:defRPr/>
            </a:lvl5pPr>
            <a:lvl6pPr marL="8553572" lvl="5" indent="-926634" algn="l">
              <a:spcBef>
                <a:spcPts val="1123"/>
              </a:spcBef>
              <a:spcAft>
                <a:spcPts val="0"/>
              </a:spcAft>
              <a:buSzPts val="1080"/>
              <a:buChar char="🞤"/>
              <a:defRPr/>
            </a:lvl6pPr>
            <a:lvl7pPr marL="9979167" lvl="6" indent="-926634" algn="l">
              <a:spcBef>
                <a:spcPts val="1123"/>
              </a:spcBef>
              <a:spcAft>
                <a:spcPts val="0"/>
              </a:spcAft>
              <a:buSzPts val="1080"/>
              <a:buChar char="🞲"/>
              <a:defRPr/>
            </a:lvl7pPr>
            <a:lvl8pPr marL="11404763" lvl="7" indent="-926634" algn="l">
              <a:spcBef>
                <a:spcPts val="1123"/>
              </a:spcBef>
              <a:spcAft>
                <a:spcPts val="0"/>
              </a:spcAft>
              <a:buSzPts val="1080"/>
              <a:buChar char="◆"/>
              <a:defRPr/>
            </a:lvl8pPr>
            <a:lvl9pPr marL="12830358" lvl="8" indent="-926634" algn="l">
              <a:spcBef>
                <a:spcPts val="1123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dt" idx="10"/>
          </p:nvPr>
        </p:nvSpPr>
        <p:spPr>
          <a:xfrm>
            <a:off x="15146734" y="336396"/>
            <a:ext cx="5880497" cy="127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ftr" idx="11"/>
          </p:nvPr>
        </p:nvSpPr>
        <p:spPr>
          <a:xfrm>
            <a:off x="8375253" y="336396"/>
            <a:ext cx="6771481" cy="127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sldNum" idx="12"/>
          </p:nvPr>
        </p:nvSpPr>
        <p:spPr>
          <a:xfrm>
            <a:off x="19245262" y="28579801"/>
            <a:ext cx="1774841" cy="1089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구역 머리글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Google Shape;36;p5"/>
          <p:cNvCxnSpPr/>
          <p:nvPr/>
        </p:nvCxnSpPr>
        <p:spPr>
          <a:xfrm>
            <a:off x="1202827" y="15207810"/>
            <a:ext cx="20180798" cy="10512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890984" y="7400608"/>
            <a:ext cx="19779853" cy="5382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1425595" lvl="0" indent="-712798" algn="r">
              <a:spcBef>
                <a:spcPts val="1247"/>
              </a:spcBef>
              <a:spcAft>
                <a:spcPts val="0"/>
              </a:spcAft>
              <a:buSzPts val="1400"/>
              <a:buNone/>
              <a:defRPr sz="6236">
                <a:solidFill>
                  <a:srgbClr val="9DC1DB"/>
                </a:solidFill>
              </a:defRPr>
            </a:lvl1pPr>
            <a:lvl2pPr marL="2851191" lvl="1" indent="-712798" algn="l">
              <a:spcBef>
                <a:spcPts val="1123"/>
              </a:spcBef>
              <a:spcAft>
                <a:spcPts val="0"/>
              </a:spcAft>
              <a:buSzPts val="1260"/>
              <a:buNone/>
              <a:defRPr sz="5613">
                <a:solidFill>
                  <a:schemeClr val="lt1"/>
                </a:solidFill>
              </a:defRPr>
            </a:lvl2pPr>
            <a:lvl3pPr marL="4276786" lvl="2" indent="-712798" algn="l">
              <a:spcBef>
                <a:spcPts val="998"/>
              </a:spcBef>
              <a:spcAft>
                <a:spcPts val="0"/>
              </a:spcAft>
              <a:buSzPts val="1120"/>
              <a:buNone/>
              <a:defRPr sz="4989">
                <a:solidFill>
                  <a:schemeClr val="lt1"/>
                </a:solidFill>
              </a:defRPr>
            </a:lvl3pPr>
            <a:lvl4pPr marL="5702381" lvl="3" indent="-712798" algn="l">
              <a:spcBef>
                <a:spcPts val="873"/>
              </a:spcBef>
              <a:spcAft>
                <a:spcPts val="0"/>
              </a:spcAft>
              <a:buSzPts val="980"/>
              <a:buNone/>
              <a:defRPr sz="4365">
                <a:solidFill>
                  <a:schemeClr val="lt1"/>
                </a:solidFill>
              </a:defRPr>
            </a:lvl4pPr>
            <a:lvl5pPr marL="7127977" lvl="4" indent="-712798" algn="l">
              <a:spcBef>
                <a:spcPts val="873"/>
              </a:spcBef>
              <a:spcAft>
                <a:spcPts val="0"/>
              </a:spcAft>
              <a:buSzPts val="840"/>
              <a:buNone/>
              <a:defRPr sz="4365">
                <a:solidFill>
                  <a:schemeClr val="lt1"/>
                </a:solidFill>
              </a:defRPr>
            </a:lvl5pPr>
            <a:lvl6pPr marL="8553572" lvl="5" indent="-926634" algn="l">
              <a:spcBef>
                <a:spcPts val="1123"/>
              </a:spcBef>
              <a:spcAft>
                <a:spcPts val="0"/>
              </a:spcAft>
              <a:buSzPts val="1080"/>
              <a:buChar char="🞤"/>
              <a:defRPr/>
            </a:lvl6pPr>
            <a:lvl7pPr marL="9979167" lvl="6" indent="-926634" algn="l">
              <a:spcBef>
                <a:spcPts val="1123"/>
              </a:spcBef>
              <a:spcAft>
                <a:spcPts val="0"/>
              </a:spcAft>
              <a:buSzPts val="1080"/>
              <a:buChar char="🞲"/>
              <a:defRPr/>
            </a:lvl7pPr>
            <a:lvl8pPr marL="11404763" lvl="7" indent="-926634" algn="l">
              <a:spcBef>
                <a:spcPts val="1123"/>
              </a:spcBef>
              <a:spcAft>
                <a:spcPts val="0"/>
              </a:spcAft>
              <a:buSzPts val="1080"/>
              <a:buChar char="◆"/>
              <a:defRPr/>
            </a:lvl8pPr>
            <a:lvl9pPr marL="12830358" lvl="8" indent="-926634" algn="l">
              <a:spcBef>
                <a:spcPts val="1123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dt" idx="10"/>
          </p:nvPr>
        </p:nvSpPr>
        <p:spPr>
          <a:xfrm>
            <a:off x="15146734" y="336396"/>
            <a:ext cx="5880497" cy="127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ftr" idx="11"/>
          </p:nvPr>
        </p:nvSpPr>
        <p:spPr>
          <a:xfrm>
            <a:off x="7306072" y="336396"/>
            <a:ext cx="7840663" cy="127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sldNum" idx="12"/>
          </p:nvPr>
        </p:nvSpPr>
        <p:spPr>
          <a:xfrm>
            <a:off x="19245262" y="28593265"/>
            <a:ext cx="1781969" cy="1079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  <p:sp>
        <p:nvSpPr>
          <p:cNvPr id="41" name="Google Shape;41;p5"/>
          <p:cNvSpPr txBox="1">
            <a:spLocks noGrp="1"/>
          </p:cNvSpPr>
          <p:nvPr>
            <p:ph type="title"/>
          </p:nvPr>
        </p:nvSpPr>
        <p:spPr>
          <a:xfrm>
            <a:off x="422047" y="13010155"/>
            <a:ext cx="20314444" cy="5230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Libre Franklin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>
            <a:spLocks noGrp="1"/>
          </p:cNvSpPr>
          <p:nvPr>
            <p:ph type="title"/>
          </p:nvPr>
        </p:nvSpPr>
        <p:spPr>
          <a:xfrm>
            <a:off x="705660" y="2018348"/>
            <a:ext cx="20314444" cy="3713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1"/>
          </p:nvPr>
        </p:nvSpPr>
        <p:spPr>
          <a:xfrm>
            <a:off x="712788" y="7064216"/>
            <a:ext cx="9800828" cy="20856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1425595" lvl="0" indent="-1100876" algn="l">
              <a:spcBef>
                <a:spcPts val="1746"/>
              </a:spcBef>
              <a:spcAft>
                <a:spcPts val="0"/>
              </a:spcAft>
              <a:buSzPts val="1960"/>
              <a:buChar char="🞭"/>
              <a:defRPr sz="8731"/>
            </a:lvl1pPr>
            <a:lvl2pPr marL="2851191" lvl="1" indent="-1045437" algn="l">
              <a:spcBef>
                <a:spcPts val="1497"/>
              </a:spcBef>
              <a:spcAft>
                <a:spcPts val="0"/>
              </a:spcAft>
              <a:buSzPts val="1680"/>
              <a:buChar char="🞤"/>
              <a:defRPr sz="7483"/>
            </a:lvl2pPr>
            <a:lvl3pPr marL="4276786" lvl="2" indent="-989997" algn="l">
              <a:spcBef>
                <a:spcPts val="1247"/>
              </a:spcBef>
              <a:spcAft>
                <a:spcPts val="0"/>
              </a:spcAft>
              <a:buSzPts val="1400"/>
              <a:buChar char="🞫"/>
              <a:defRPr sz="6236"/>
            </a:lvl3pPr>
            <a:lvl4pPr marL="5702381" lvl="3" indent="-962277" algn="l">
              <a:spcBef>
                <a:spcPts val="1123"/>
              </a:spcBef>
              <a:spcAft>
                <a:spcPts val="0"/>
              </a:spcAft>
              <a:buSzPts val="1260"/>
              <a:buChar char="🞲"/>
              <a:defRPr sz="5613"/>
            </a:lvl4pPr>
            <a:lvl5pPr marL="7127977" lvl="4" indent="-926634" algn="l">
              <a:spcBef>
                <a:spcPts val="1123"/>
              </a:spcBef>
              <a:spcAft>
                <a:spcPts val="0"/>
              </a:spcAft>
              <a:buSzPts val="1080"/>
              <a:buChar char="🞩"/>
              <a:defRPr sz="5613"/>
            </a:lvl5pPr>
            <a:lvl6pPr marL="8553572" lvl="5" indent="-926634" algn="l">
              <a:spcBef>
                <a:spcPts val="1123"/>
              </a:spcBef>
              <a:spcAft>
                <a:spcPts val="0"/>
              </a:spcAft>
              <a:buSzPts val="1080"/>
              <a:buChar char="🞤"/>
              <a:defRPr/>
            </a:lvl6pPr>
            <a:lvl7pPr marL="9979167" lvl="6" indent="-926634" algn="l">
              <a:spcBef>
                <a:spcPts val="1123"/>
              </a:spcBef>
              <a:spcAft>
                <a:spcPts val="0"/>
              </a:spcAft>
              <a:buSzPts val="1080"/>
              <a:buChar char="🞲"/>
              <a:defRPr/>
            </a:lvl7pPr>
            <a:lvl8pPr marL="11404763" lvl="7" indent="-926634" algn="l">
              <a:spcBef>
                <a:spcPts val="1123"/>
              </a:spcBef>
              <a:spcAft>
                <a:spcPts val="0"/>
              </a:spcAft>
              <a:buSzPts val="1080"/>
              <a:buChar char="◆"/>
              <a:defRPr/>
            </a:lvl8pPr>
            <a:lvl9pPr marL="12830358" lvl="8" indent="-926634" algn="l">
              <a:spcBef>
                <a:spcPts val="1123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2"/>
          </p:nvPr>
        </p:nvSpPr>
        <p:spPr>
          <a:xfrm>
            <a:off x="10870009" y="7064216"/>
            <a:ext cx="10157222" cy="20856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1425595" lvl="0" indent="-1100876" algn="l">
              <a:spcBef>
                <a:spcPts val="1746"/>
              </a:spcBef>
              <a:spcAft>
                <a:spcPts val="0"/>
              </a:spcAft>
              <a:buSzPts val="1960"/>
              <a:buChar char="🞭"/>
              <a:defRPr sz="8731"/>
            </a:lvl1pPr>
            <a:lvl2pPr marL="2851191" lvl="1" indent="-1045437" algn="l">
              <a:spcBef>
                <a:spcPts val="1497"/>
              </a:spcBef>
              <a:spcAft>
                <a:spcPts val="0"/>
              </a:spcAft>
              <a:buSzPts val="1680"/>
              <a:buChar char="🞤"/>
              <a:defRPr sz="7483"/>
            </a:lvl2pPr>
            <a:lvl3pPr marL="4276786" lvl="2" indent="-989997" algn="l">
              <a:spcBef>
                <a:spcPts val="1247"/>
              </a:spcBef>
              <a:spcAft>
                <a:spcPts val="0"/>
              </a:spcAft>
              <a:buSzPts val="1400"/>
              <a:buChar char="🞫"/>
              <a:defRPr sz="6236"/>
            </a:lvl3pPr>
            <a:lvl4pPr marL="5702381" lvl="3" indent="-962277" algn="l">
              <a:spcBef>
                <a:spcPts val="1123"/>
              </a:spcBef>
              <a:spcAft>
                <a:spcPts val="0"/>
              </a:spcAft>
              <a:buSzPts val="1260"/>
              <a:buChar char="🞲"/>
              <a:defRPr sz="5613"/>
            </a:lvl4pPr>
            <a:lvl5pPr marL="7127977" lvl="4" indent="-926634" algn="l">
              <a:spcBef>
                <a:spcPts val="1123"/>
              </a:spcBef>
              <a:spcAft>
                <a:spcPts val="0"/>
              </a:spcAft>
              <a:buSzPts val="1080"/>
              <a:buChar char="🞩"/>
              <a:defRPr sz="5613"/>
            </a:lvl5pPr>
            <a:lvl6pPr marL="8553572" lvl="5" indent="-926634" algn="l">
              <a:spcBef>
                <a:spcPts val="1123"/>
              </a:spcBef>
              <a:spcAft>
                <a:spcPts val="0"/>
              </a:spcAft>
              <a:buSzPts val="1080"/>
              <a:buChar char="🞤"/>
              <a:defRPr/>
            </a:lvl6pPr>
            <a:lvl7pPr marL="9979167" lvl="6" indent="-926634" algn="l">
              <a:spcBef>
                <a:spcPts val="1123"/>
              </a:spcBef>
              <a:spcAft>
                <a:spcPts val="0"/>
              </a:spcAft>
              <a:buSzPts val="1080"/>
              <a:buChar char="🞲"/>
              <a:defRPr/>
            </a:lvl7pPr>
            <a:lvl8pPr marL="11404763" lvl="7" indent="-926634" algn="l">
              <a:spcBef>
                <a:spcPts val="1123"/>
              </a:spcBef>
              <a:spcAft>
                <a:spcPts val="0"/>
              </a:spcAft>
              <a:buSzPts val="1080"/>
              <a:buChar char="◆"/>
              <a:defRPr/>
            </a:lvl8pPr>
            <a:lvl9pPr marL="12830358" lvl="8" indent="-926634" algn="l">
              <a:spcBef>
                <a:spcPts val="1123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15146734" y="336396"/>
            <a:ext cx="5880497" cy="127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7306072" y="336396"/>
            <a:ext cx="7840663" cy="127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19245262" y="28593265"/>
            <a:ext cx="1781969" cy="1079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비교" type="twoTxTwoObj">
  <p:cSld name="TWO_OBJECTS_WITH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712787" y="23883787"/>
            <a:ext cx="20136247" cy="3896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Libre Franklin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body" idx="1"/>
          </p:nvPr>
        </p:nvSpPr>
        <p:spPr>
          <a:xfrm>
            <a:off x="658170" y="2943423"/>
            <a:ext cx="10033644" cy="2824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1425595" lvl="0" indent="-712798" algn="l">
              <a:spcBef>
                <a:spcPts val="1123"/>
              </a:spcBef>
              <a:spcAft>
                <a:spcPts val="0"/>
              </a:spcAft>
              <a:buSzPts val="1260"/>
              <a:buNone/>
              <a:defRPr sz="5613" b="0" cap="none">
                <a:solidFill>
                  <a:srgbClr val="384B9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1pPr>
            <a:lvl2pPr marL="2851191" lvl="1" indent="-712798" algn="l">
              <a:spcBef>
                <a:spcPts val="1247"/>
              </a:spcBef>
              <a:spcAft>
                <a:spcPts val="0"/>
              </a:spcAft>
              <a:buSzPts val="1400"/>
              <a:buNone/>
              <a:defRPr sz="6236" b="1"/>
            </a:lvl2pPr>
            <a:lvl3pPr marL="4276786" lvl="2" indent="-712798" algn="l">
              <a:spcBef>
                <a:spcPts val="1123"/>
              </a:spcBef>
              <a:spcAft>
                <a:spcPts val="0"/>
              </a:spcAft>
              <a:buSzPts val="1260"/>
              <a:buNone/>
              <a:defRPr sz="5613" b="1"/>
            </a:lvl3pPr>
            <a:lvl4pPr marL="5702381" lvl="3" indent="-712798" algn="l">
              <a:spcBef>
                <a:spcPts val="998"/>
              </a:spcBef>
              <a:spcAft>
                <a:spcPts val="0"/>
              </a:spcAft>
              <a:buSzPts val="1120"/>
              <a:buNone/>
              <a:defRPr sz="4989" b="1"/>
            </a:lvl4pPr>
            <a:lvl5pPr marL="7127977" lvl="4" indent="-712798" algn="l">
              <a:spcBef>
                <a:spcPts val="998"/>
              </a:spcBef>
              <a:spcAft>
                <a:spcPts val="0"/>
              </a:spcAft>
              <a:buSzPts val="960"/>
              <a:buNone/>
              <a:defRPr sz="4989" b="1"/>
            </a:lvl5pPr>
            <a:lvl6pPr marL="8553572" lvl="5" indent="-926634" algn="l">
              <a:spcBef>
                <a:spcPts val="1123"/>
              </a:spcBef>
              <a:spcAft>
                <a:spcPts val="0"/>
              </a:spcAft>
              <a:buSzPts val="1080"/>
              <a:buChar char="🞤"/>
              <a:defRPr/>
            </a:lvl6pPr>
            <a:lvl7pPr marL="9979167" lvl="6" indent="-926634" algn="l">
              <a:spcBef>
                <a:spcPts val="1123"/>
              </a:spcBef>
              <a:spcAft>
                <a:spcPts val="0"/>
              </a:spcAft>
              <a:buSzPts val="1080"/>
              <a:buChar char="🞲"/>
              <a:defRPr/>
            </a:lvl7pPr>
            <a:lvl8pPr marL="11404763" lvl="7" indent="-926634" algn="l">
              <a:spcBef>
                <a:spcPts val="1123"/>
              </a:spcBef>
              <a:spcAft>
                <a:spcPts val="0"/>
              </a:spcAft>
              <a:buSzPts val="1080"/>
              <a:buChar char="◆"/>
              <a:defRPr/>
            </a:lvl8pPr>
            <a:lvl9pPr marL="12830358" lvl="8" indent="-926634" algn="l">
              <a:spcBef>
                <a:spcPts val="1123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body" idx="2"/>
          </p:nvPr>
        </p:nvSpPr>
        <p:spPr>
          <a:xfrm>
            <a:off x="10862593" y="2943423"/>
            <a:ext cx="10037585" cy="2824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1425595" lvl="0" indent="-712798" algn="l">
              <a:spcBef>
                <a:spcPts val="1123"/>
              </a:spcBef>
              <a:spcAft>
                <a:spcPts val="0"/>
              </a:spcAft>
              <a:buSzPts val="1260"/>
              <a:buNone/>
              <a:defRPr sz="5613" b="0" cap="none">
                <a:solidFill>
                  <a:srgbClr val="384B9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1pPr>
            <a:lvl2pPr marL="2851191" lvl="1" indent="-712798" algn="l">
              <a:spcBef>
                <a:spcPts val="1247"/>
              </a:spcBef>
              <a:spcAft>
                <a:spcPts val="0"/>
              </a:spcAft>
              <a:buSzPts val="1400"/>
              <a:buNone/>
              <a:defRPr sz="6236" b="1"/>
            </a:lvl2pPr>
            <a:lvl3pPr marL="4276786" lvl="2" indent="-712798" algn="l">
              <a:spcBef>
                <a:spcPts val="1123"/>
              </a:spcBef>
              <a:spcAft>
                <a:spcPts val="0"/>
              </a:spcAft>
              <a:buSzPts val="1260"/>
              <a:buNone/>
              <a:defRPr sz="5613" b="1"/>
            </a:lvl3pPr>
            <a:lvl4pPr marL="5702381" lvl="3" indent="-712798" algn="l">
              <a:spcBef>
                <a:spcPts val="998"/>
              </a:spcBef>
              <a:spcAft>
                <a:spcPts val="0"/>
              </a:spcAft>
              <a:buSzPts val="1120"/>
              <a:buNone/>
              <a:defRPr sz="4989" b="1"/>
            </a:lvl4pPr>
            <a:lvl5pPr marL="7127977" lvl="4" indent="-712798" algn="l">
              <a:spcBef>
                <a:spcPts val="998"/>
              </a:spcBef>
              <a:spcAft>
                <a:spcPts val="0"/>
              </a:spcAft>
              <a:buSzPts val="960"/>
              <a:buNone/>
              <a:defRPr sz="4989" b="1"/>
            </a:lvl5pPr>
            <a:lvl6pPr marL="8553572" lvl="5" indent="-926634" algn="l">
              <a:spcBef>
                <a:spcPts val="1123"/>
              </a:spcBef>
              <a:spcAft>
                <a:spcPts val="0"/>
              </a:spcAft>
              <a:buSzPts val="1080"/>
              <a:buChar char="🞤"/>
              <a:defRPr/>
            </a:lvl6pPr>
            <a:lvl7pPr marL="9979167" lvl="6" indent="-926634" algn="l">
              <a:spcBef>
                <a:spcPts val="1123"/>
              </a:spcBef>
              <a:spcAft>
                <a:spcPts val="0"/>
              </a:spcAft>
              <a:buSzPts val="1080"/>
              <a:buChar char="🞲"/>
              <a:defRPr/>
            </a:lvl7pPr>
            <a:lvl8pPr marL="11404763" lvl="7" indent="-926634" algn="l">
              <a:spcBef>
                <a:spcPts val="1123"/>
              </a:spcBef>
              <a:spcAft>
                <a:spcPts val="0"/>
              </a:spcAft>
              <a:buSzPts val="1080"/>
              <a:buChar char="◆"/>
              <a:defRPr/>
            </a:lvl8pPr>
            <a:lvl9pPr marL="12830358" lvl="8" indent="-926634" algn="l">
              <a:spcBef>
                <a:spcPts val="1123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3"/>
          </p:nvPr>
        </p:nvSpPr>
        <p:spPr>
          <a:xfrm>
            <a:off x="658170" y="5809758"/>
            <a:ext cx="10033644" cy="17401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1425595" lvl="0" indent="-1045437" algn="l">
              <a:spcBef>
                <a:spcPts val="1497"/>
              </a:spcBef>
              <a:spcAft>
                <a:spcPts val="0"/>
              </a:spcAft>
              <a:buSzPts val="1680"/>
              <a:buChar char="🞭"/>
              <a:defRPr sz="7483"/>
            </a:lvl1pPr>
            <a:lvl2pPr marL="2851191" lvl="1" indent="-989997" algn="l">
              <a:spcBef>
                <a:spcPts val="1247"/>
              </a:spcBef>
              <a:spcAft>
                <a:spcPts val="0"/>
              </a:spcAft>
              <a:buSzPts val="1400"/>
              <a:buChar char="🞤"/>
              <a:defRPr sz="6236"/>
            </a:lvl2pPr>
            <a:lvl3pPr marL="4276786" lvl="2" indent="-962277" algn="l">
              <a:spcBef>
                <a:spcPts val="1123"/>
              </a:spcBef>
              <a:spcAft>
                <a:spcPts val="0"/>
              </a:spcAft>
              <a:buSzPts val="1260"/>
              <a:buChar char="🞫"/>
              <a:defRPr sz="5613"/>
            </a:lvl3pPr>
            <a:lvl4pPr marL="5702381" lvl="3" indent="-934554" algn="l">
              <a:spcBef>
                <a:spcPts val="998"/>
              </a:spcBef>
              <a:spcAft>
                <a:spcPts val="0"/>
              </a:spcAft>
              <a:buSzPts val="1120"/>
              <a:buChar char="🞲"/>
              <a:defRPr sz="4989"/>
            </a:lvl4pPr>
            <a:lvl5pPr marL="7127977" lvl="4" indent="-902877" algn="l">
              <a:spcBef>
                <a:spcPts val="998"/>
              </a:spcBef>
              <a:spcAft>
                <a:spcPts val="0"/>
              </a:spcAft>
              <a:buSzPts val="960"/>
              <a:buChar char="🞩"/>
              <a:defRPr sz="4989"/>
            </a:lvl5pPr>
            <a:lvl6pPr marL="8553572" lvl="5" indent="-926634" algn="l">
              <a:spcBef>
                <a:spcPts val="1123"/>
              </a:spcBef>
              <a:spcAft>
                <a:spcPts val="0"/>
              </a:spcAft>
              <a:buSzPts val="1080"/>
              <a:buChar char="🞤"/>
              <a:defRPr/>
            </a:lvl6pPr>
            <a:lvl7pPr marL="9979167" lvl="6" indent="-926634" algn="l">
              <a:spcBef>
                <a:spcPts val="1123"/>
              </a:spcBef>
              <a:spcAft>
                <a:spcPts val="0"/>
              </a:spcAft>
              <a:buSzPts val="1080"/>
              <a:buChar char="🞲"/>
              <a:defRPr/>
            </a:lvl7pPr>
            <a:lvl8pPr marL="11404763" lvl="7" indent="-926634" algn="l">
              <a:spcBef>
                <a:spcPts val="1123"/>
              </a:spcBef>
              <a:spcAft>
                <a:spcPts val="0"/>
              </a:spcAft>
              <a:buSzPts val="1080"/>
              <a:buChar char="◆"/>
              <a:defRPr/>
            </a:lvl8pPr>
            <a:lvl9pPr marL="12830358" lvl="8" indent="-926634" algn="l">
              <a:spcBef>
                <a:spcPts val="1123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body" idx="4"/>
          </p:nvPr>
        </p:nvSpPr>
        <p:spPr>
          <a:xfrm>
            <a:off x="10871250" y="5809758"/>
            <a:ext cx="10028920" cy="17401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1425595" lvl="0" indent="-1045437" algn="l">
              <a:spcBef>
                <a:spcPts val="1497"/>
              </a:spcBef>
              <a:spcAft>
                <a:spcPts val="0"/>
              </a:spcAft>
              <a:buSzPts val="1680"/>
              <a:buChar char="🞭"/>
              <a:defRPr sz="7483"/>
            </a:lvl1pPr>
            <a:lvl2pPr marL="2851191" lvl="1" indent="-989997" algn="l">
              <a:spcBef>
                <a:spcPts val="1247"/>
              </a:spcBef>
              <a:spcAft>
                <a:spcPts val="0"/>
              </a:spcAft>
              <a:buSzPts val="1400"/>
              <a:buChar char="🞤"/>
              <a:defRPr sz="6236"/>
            </a:lvl2pPr>
            <a:lvl3pPr marL="4276786" lvl="2" indent="-962277" algn="l">
              <a:spcBef>
                <a:spcPts val="1123"/>
              </a:spcBef>
              <a:spcAft>
                <a:spcPts val="0"/>
              </a:spcAft>
              <a:buSzPts val="1260"/>
              <a:buChar char="🞫"/>
              <a:defRPr sz="5613"/>
            </a:lvl3pPr>
            <a:lvl4pPr marL="5702381" lvl="3" indent="-934554" algn="l">
              <a:spcBef>
                <a:spcPts val="998"/>
              </a:spcBef>
              <a:spcAft>
                <a:spcPts val="0"/>
              </a:spcAft>
              <a:buSzPts val="1120"/>
              <a:buChar char="🞲"/>
              <a:defRPr sz="4989"/>
            </a:lvl4pPr>
            <a:lvl5pPr marL="7127977" lvl="4" indent="-902877" algn="l">
              <a:spcBef>
                <a:spcPts val="998"/>
              </a:spcBef>
              <a:spcAft>
                <a:spcPts val="0"/>
              </a:spcAft>
              <a:buSzPts val="960"/>
              <a:buChar char="🞩"/>
              <a:defRPr sz="4989"/>
            </a:lvl5pPr>
            <a:lvl6pPr marL="8553572" lvl="5" indent="-926634" algn="l">
              <a:spcBef>
                <a:spcPts val="1123"/>
              </a:spcBef>
              <a:spcAft>
                <a:spcPts val="0"/>
              </a:spcAft>
              <a:buSzPts val="1080"/>
              <a:buChar char="🞤"/>
              <a:defRPr/>
            </a:lvl6pPr>
            <a:lvl7pPr marL="9979167" lvl="6" indent="-926634" algn="l">
              <a:spcBef>
                <a:spcPts val="1123"/>
              </a:spcBef>
              <a:spcAft>
                <a:spcPts val="0"/>
              </a:spcAft>
              <a:buSzPts val="1080"/>
              <a:buChar char="🞲"/>
              <a:defRPr/>
            </a:lvl7pPr>
            <a:lvl8pPr marL="11404763" lvl="7" indent="-926634" algn="l">
              <a:spcBef>
                <a:spcPts val="1123"/>
              </a:spcBef>
              <a:spcAft>
                <a:spcPts val="0"/>
              </a:spcAft>
              <a:buSzPts val="1080"/>
              <a:buChar char="◆"/>
              <a:defRPr/>
            </a:lvl8pPr>
            <a:lvl9pPr marL="12830358" lvl="8" indent="-926634" algn="l">
              <a:spcBef>
                <a:spcPts val="1123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dt" idx="10"/>
          </p:nvPr>
        </p:nvSpPr>
        <p:spPr>
          <a:xfrm>
            <a:off x="15146734" y="336396"/>
            <a:ext cx="5880497" cy="127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ftr" idx="11"/>
          </p:nvPr>
        </p:nvSpPr>
        <p:spPr>
          <a:xfrm>
            <a:off x="7306072" y="336396"/>
            <a:ext cx="7840663" cy="127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7"/>
          <p:cNvSpPr txBox="1">
            <a:spLocks noGrp="1"/>
          </p:cNvSpPr>
          <p:nvPr>
            <p:ph type="sldNum" idx="12"/>
          </p:nvPr>
        </p:nvSpPr>
        <p:spPr>
          <a:xfrm>
            <a:off x="19245262" y="28593257"/>
            <a:ext cx="1781969" cy="1089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  <p:cxnSp>
        <p:nvCxnSpPr>
          <p:cNvPr id="58" name="Google Shape;58;p7"/>
          <p:cNvCxnSpPr/>
          <p:nvPr/>
        </p:nvCxnSpPr>
        <p:spPr>
          <a:xfrm>
            <a:off x="1202827" y="26574914"/>
            <a:ext cx="20180798" cy="10512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>
            <a:spLocks noGrp="1"/>
          </p:cNvSpPr>
          <p:nvPr>
            <p:ph type="title"/>
          </p:nvPr>
        </p:nvSpPr>
        <p:spPr>
          <a:xfrm>
            <a:off x="705660" y="2018348"/>
            <a:ext cx="20314444" cy="3713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8"/>
          <p:cNvSpPr txBox="1">
            <a:spLocks noGrp="1"/>
          </p:cNvSpPr>
          <p:nvPr>
            <p:ph type="dt" idx="10"/>
          </p:nvPr>
        </p:nvSpPr>
        <p:spPr>
          <a:xfrm>
            <a:off x="15146734" y="336396"/>
            <a:ext cx="5880497" cy="127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ftr" idx="11"/>
          </p:nvPr>
        </p:nvSpPr>
        <p:spPr>
          <a:xfrm>
            <a:off x="7306072" y="336396"/>
            <a:ext cx="7840663" cy="127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sldNum" idx="12"/>
          </p:nvPr>
        </p:nvSpPr>
        <p:spPr>
          <a:xfrm>
            <a:off x="19245262" y="28593265"/>
            <a:ext cx="1781969" cy="1079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캡션 있는 콘텐츠" type="objTx">
  <p:cSld name="OBJECT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5" name="Google Shape;65;p9"/>
          <p:cNvCxnSpPr/>
          <p:nvPr/>
        </p:nvCxnSpPr>
        <p:spPr>
          <a:xfrm>
            <a:off x="1202827" y="25821421"/>
            <a:ext cx="20180798" cy="10512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1069181" y="24220179"/>
            <a:ext cx="19779853" cy="2298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Libre Franklin Medium"/>
              <a:buNone/>
              <a:defRPr sz="6236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body" idx="1"/>
          </p:nvPr>
        </p:nvSpPr>
        <p:spPr>
          <a:xfrm>
            <a:off x="1069189" y="2691130"/>
            <a:ext cx="7035066" cy="21192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1425595" lvl="0" indent="-712798" algn="l">
              <a:spcBef>
                <a:spcPts val="873"/>
              </a:spcBef>
              <a:spcAft>
                <a:spcPts val="0"/>
              </a:spcAft>
              <a:buSzPts val="980"/>
              <a:buNone/>
              <a:defRPr sz="4365"/>
            </a:lvl1pPr>
            <a:lvl2pPr marL="2851191" lvl="1" indent="-712798" algn="l">
              <a:spcBef>
                <a:spcPts val="748"/>
              </a:spcBef>
              <a:spcAft>
                <a:spcPts val="0"/>
              </a:spcAft>
              <a:buSzPts val="840"/>
              <a:buNone/>
              <a:defRPr sz="3742"/>
            </a:lvl2pPr>
            <a:lvl3pPr marL="4276786" lvl="2" indent="-712798" algn="l">
              <a:spcBef>
                <a:spcPts val="624"/>
              </a:spcBef>
              <a:spcAft>
                <a:spcPts val="0"/>
              </a:spcAft>
              <a:buSzPts val="700"/>
              <a:buNone/>
              <a:defRPr sz="3118"/>
            </a:lvl3pPr>
            <a:lvl4pPr marL="5702381" lvl="3" indent="-712798" algn="l">
              <a:spcBef>
                <a:spcPts val="561"/>
              </a:spcBef>
              <a:spcAft>
                <a:spcPts val="0"/>
              </a:spcAft>
              <a:buSzPts val="630"/>
              <a:buNone/>
              <a:defRPr sz="2806"/>
            </a:lvl4pPr>
            <a:lvl5pPr marL="7127977" lvl="4" indent="-712798" algn="l">
              <a:spcBef>
                <a:spcPts val="561"/>
              </a:spcBef>
              <a:spcAft>
                <a:spcPts val="0"/>
              </a:spcAft>
              <a:buSzPts val="540"/>
              <a:buNone/>
              <a:defRPr sz="2806"/>
            </a:lvl5pPr>
            <a:lvl6pPr marL="8553572" lvl="5" indent="-926634" algn="l">
              <a:spcBef>
                <a:spcPts val="1123"/>
              </a:spcBef>
              <a:spcAft>
                <a:spcPts val="0"/>
              </a:spcAft>
              <a:buSzPts val="1080"/>
              <a:buChar char="🞤"/>
              <a:defRPr/>
            </a:lvl6pPr>
            <a:lvl7pPr marL="9979167" lvl="6" indent="-926634" algn="l">
              <a:spcBef>
                <a:spcPts val="1123"/>
              </a:spcBef>
              <a:spcAft>
                <a:spcPts val="0"/>
              </a:spcAft>
              <a:buSzPts val="1080"/>
              <a:buChar char="🞲"/>
              <a:defRPr/>
            </a:lvl7pPr>
            <a:lvl8pPr marL="11404763" lvl="7" indent="-926634" algn="l">
              <a:spcBef>
                <a:spcPts val="1123"/>
              </a:spcBef>
              <a:spcAft>
                <a:spcPts val="0"/>
              </a:spcAft>
              <a:buSzPts val="1080"/>
              <a:buChar char="◆"/>
              <a:defRPr/>
            </a:lvl8pPr>
            <a:lvl9pPr marL="12830358" lvl="8" indent="-926634" algn="l">
              <a:spcBef>
                <a:spcPts val="1123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8360409" y="2691130"/>
            <a:ext cx="12488633" cy="21192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1425595" lvl="0" indent="-1156316" algn="l">
              <a:spcBef>
                <a:spcPts val="1996"/>
              </a:spcBef>
              <a:spcAft>
                <a:spcPts val="0"/>
              </a:spcAft>
              <a:buSzPts val="2240"/>
              <a:buChar char="🞭"/>
              <a:defRPr sz="9978"/>
            </a:lvl1pPr>
            <a:lvl2pPr marL="2851191" lvl="1" indent="-1100876" algn="l">
              <a:spcBef>
                <a:spcPts val="1746"/>
              </a:spcBef>
              <a:spcAft>
                <a:spcPts val="0"/>
              </a:spcAft>
              <a:buSzPts val="1960"/>
              <a:buChar char="🞤"/>
              <a:defRPr sz="8731"/>
            </a:lvl2pPr>
            <a:lvl3pPr marL="4276786" lvl="2" indent="-1045437" algn="l">
              <a:spcBef>
                <a:spcPts val="1497"/>
              </a:spcBef>
              <a:spcAft>
                <a:spcPts val="0"/>
              </a:spcAft>
              <a:buSzPts val="1680"/>
              <a:buChar char="🞫"/>
              <a:defRPr sz="7483"/>
            </a:lvl3pPr>
            <a:lvl4pPr marL="5702381" lvl="3" indent="-989997" algn="l">
              <a:spcBef>
                <a:spcPts val="1247"/>
              </a:spcBef>
              <a:spcAft>
                <a:spcPts val="0"/>
              </a:spcAft>
              <a:buSzPts val="1400"/>
              <a:buChar char="🞲"/>
              <a:defRPr sz="6236"/>
            </a:lvl4pPr>
            <a:lvl5pPr marL="7127977" lvl="4" indent="-950397" algn="l">
              <a:spcBef>
                <a:spcPts val="1247"/>
              </a:spcBef>
              <a:spcAft>
                <a:spcPts val="0"/>
              </a:spcAft>
              <a:buSzPts val="1200"/>
              <a:buChar char="🞩"/>
              <a:defRPr sz="6236"/>
            </a:lvl5pPr>
            <a:lvl6pPr marL="8553572" lvl="5" indent="-926634" algn="l">
              <a:spcBef>
                <a:spcPts val="1123"/>
              </a:spcBef>
              <a:spcAft>
                <a:spcPts val="0"/>
              </a:spcAft>
              <a:buSzPts val="1080"/>
              <a:buChar char="🞤"/>
              <a:defRPr/>
            </a:lvl6pPr>
            <a:lvl7pPr marL="9979167" lvl="6" indent="-926634" algn="l">
              <a:spcBef>
                <a:spcPts val="1123"/>
              </a:spcBef>
              <a:spcAft>
                <a:spcPts val="0"/>
              </a:spcAft>
              <a:buSzPts val="1080"/>
              <a:buChar char="🞲"/>
              <a:defRPr/>
            </a:lvl7pPr>
            <a:lvl8pPr marL="11404763" lvl="7" indent="-926634" algn="l">
              <a:spcBef>
                <a:spcPts val="1123"/>
              </a:spcBef>
              <a:spcAft>
                <a:spcPts val="0"/>
              </a:spcAft>
              <a:buSzPts val="1080"/>
              <a:buChar char="◆"/>
              <a:defRPr/>
            </a:lvl8pPr>
            <a:lvl9pPr marL="12830358" lvl="8" indent="-926634" algn="l">
              <a:spcBef>
                <a:spcPts val="1123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dt" idx="10"/>
          </p:nvPr>
        </p:nvSpPr>
        <p:spPr>
          <a:xfrm>
            <a:off x="15146734" y="336396"/>
            <a:ext cx="5880497" cy="127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ftr" idx="11"/>
          </p:nvPr>
        </p:nvSpPr>
        <p:spPr>
          <a:xfrm>
            <a:off x="7306072" y="336396"/>
            <a:ext cx="7840663" cy="127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sldNum" idx="12"/>
          </p:nvPr>
        </p:nvSpPr>
        <p:spPr>
          <a:xfrm>
            <a:off x="19245262" y="28593265"/>
            <a:ext cx="1781969" cy="1079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캡션 있는 그림" type="picTx">
  <p:cSld name="PICTURE_WITH_CAPTION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0"/>
          <p:cNvSpPr>
            <a:spLocks noGrp="1"/>
          </p:cNvSpPr>
          <p:nvPr>
            <p:ph type="pic" idx="2"/>
          </p:nvPr>
        </p:nvSpPr>
        <p:spPr>
          <a:xfrm>
            <a:off x="8197056" y="2722183"/>
            <a:ext cx="11760994" cy="1614678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reflection stA="49000" endA="500" endPos="10000" dist="900" dir="5400000" sy="-90000" algn="bl" rotWithShape="0"/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1996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None/>
              <a:defRPr sz="9978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1746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Noto Sans Symbols"/>
              <a:buChar char="🞤"/>
              <a:defRPr sz="8731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1497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🞫"/>
              <a:defRPr sz="7483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1247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🞲"/>
              <a:defRPr sz="6236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1123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Char char="🞩"/>
              <a:defRPr sz="5613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1123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Char char="🞤"/>
              <a:defRPr sz="5613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998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🞲"/>
              <a:defRPr sz="4989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998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◆"/>
              <a:defRPr sz="4989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873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◼"/>
              <a:defRPr sz="4365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dt" idx="10"/>
          </p:nvPr>
        </p:nvSpPr>
        <p:spPr>
          <a:xfrm>
            <a:off x="15146734" y="336396"/>
            <a:ext cx="5880497" cy="127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0"/>
          <p:cNvSpPr txBox="1">
            <a:spLocks noGrp="1"/>
          </p:cNvSpPr>
          <p:nvPr>
            <p:ph type="ftr" idx="11"/>
          </p:nvPr>
        </p:nvSpPr>
        <p:spPr>
          <a:xfrm>
            <a:off x="7306072" y="336396"/>
            <a:ext cx="7840663" cy="127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0"/>
          <p:cNvSpPr txBox="1">
            <a:spLocks noGrp="1"/>
          </p:cNvSpPr>
          <p:nvPr>
            <p:ph type="sldNum" idx="12"/>
          </p:nvPr>
        </p:nvSpPr>
        <p:spPr>
          <a:xfrm>
            <a:off x="19245262" y="28593265"/>
            <a:ext cx="1781969" cy="1079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  <p:sp>
        <p:nvSpPr>
          <p:cNvPr id="77" name="Google Shape;77;p10"/>
          <p:cNvSpPr txBox="1">
            <a:spLocks noGrp="1"/>
          </p:cNvSpPr>
          <p:nvPr>
            <p:ph type="title"/>
          </p:nvPr>
        </p:nvSpPr>
        <p:spPr>
          <a:xfrm>
            <a:off x="890985" y="22045371"/>
            <a:ext cx="13721159" cy="2305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Libre Franklin Medium"/>
              <a:buNone/>
              <a:defRPr sz="6236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0"/>
          <p:cNvSpPr txBox="1">
            <a:spLocks noGrp="1"/>
          </p:cNvSpPr>
          <p:nvPr>
            <p:ph type="body" idx="1"/>
          </p:nvPr>
        </p:nvSpPr>
        <p:spPr>
          <a:xfrm>
            <a:off x="890985" y="24426854"/>
            <a:ext cx="13721159" cy="3391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0" rIns="91425" bIns="45700" anchor="t" anchorCtr="0">
            <a:noAutofit/>
          </a:bodyPr>
          <a:lstStyle>
            <a:lvl1pPr marL="1425595" lvl="0" indent="-712798" algn="l">
              <a:spcBef>
                <a:spcPts val="873"/>
              </a:spcBef>
              <a:spcAft>
                <a:spcPts val="0"/>
              </a:spcAft>
              <a:buSzPts val="980"/>
              <a:buNone/>
              <a:defRPr sz="4365"/>
            </a:lvl1pPr>
            <a:lvl2pPr marL="2851191" lvl="1" indent="-879117" algn="l">
              <a:spcBef>
                <a:spcPts val="748"/>
              </a:spcBef>
              <a:spcAft>
                <a:spcPts val="0"/>
              </a:spcAft>
              <a:buSzPts val="840"/>
              <a:buChar char="🞤"/>
              <a:defRPr sz="3742"/>
            </a:lvl2pPr>
            <a:lvl3pPr marL="4276786" lvl="2" indent="-851397" algn="l">
              <a:spcBef>
                <a:spcPts val="624"/>
              </a:spcBef>
              <a:spcAft>
                <a:spcPts val="0"/>
              </a:spcAft>
              <a:buSzPts val="700"/>
              <a:buChar char="🞫"/>
              <a:defRPr sz="3118"/>
            </a:lvl3pPr>
            <a:lvl4pPr marL="5702381" lvl="3" indent="-837537" algn="l">
              <a:spcBef>
                <a:spcPts val="561"/>
              </a:spcBef>
              <a:spcAft>
                <a:spcPts val="0"/>
              </a:spcAft>
              <a:buSzPts val="630"/>
              <a:buChar char="🞲"/>
              <a:defRPr sz="2806"/>
            </a:lvl4pPr>
            <a:lvl5pPr marL="7127977" lvl="4" indent="-819714" algn="l">
              <a:spcBef>
                <a:spcPts val="561"/>
              </a:spcBef>
              <a:spcAft>
                <a:spcPts val="0"/>
              </a:spcAft>
              <a:buSzPts val="540"/>
              <a:buChar char="🞩"/>
              <a:defRPr sz="2806"/>
            </a:lvl5pPr>
            <a:lvl6pPr marL="8553572" lvl="5" indent="-926634" algn="l">
              <a:spcBef>
                <a:spcPts val="1123"/>
              </a:spcBef>
              <a:spcAft>
                <a:spcPts val="0"/>
              </a:spcAft>
              <a:buSzPts val="1080"/>
              <a:buChar char="🞤"/>
              <a:defRPr/>
            </a:lvl6pPr>
            <a:lvl7pPr marL="9979167" lvl="6" indent="-926634" algn="l">
              <a:spcBef>
                <a:spcPts val="1123"/>
              </a:spcBef>
              <a:spcAft>
                <a:spcPts val="0"/>
              </a:spcAft>
              <a:buSzPts val="1080"/>
              <a:buChar char="🞲"/>
              <a:defRPr/>
            </a:lvl7pPr>
            <a:lvl8pPr marL="11404763" lvl="7" indent="-926634" algn="l">
              <a:spcBef>
                <a:spcPts val="1123"/>
              </a:spcBef>
              <a:spcAft>
                <a:spcPts val="0"/>
              </a:spcAft>
              <a:buSzPts val="1080"/>
              <a:buChar char="◆"/>
              <a:defRPr/>
            </a:lvl8pPr>
            <a:lvl9pPr marL="12830358" lvl="8" indent="-926634" algn="l">
              <a:spcBef>
                <a:spcPts val="1123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1"/>
          <p:cNvSpPr txBox="1">
            <a:spLocks noGrp="1"/>
          </p:cNvSpPr>
          <p:nvPr>
            <p:ph type="title"/>
          </p:nvPr>
        </p:nvSpPr>
        <p:spPr>
          <a:xfrm>
            <a:off x="712787" y="2018347"/>
            <a:ext cx="20314444" cy="3700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body" idx="1"/>
          </p:nvPr>
        </p:nvSpPr>
        <p:spPr>
          <a:xfrm rot="5400000">
            <a:off x="879892" y="6693877"/>
            <a:ext cx="19980240" cy="20314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1425595" lvl="0" indent="-962277" algn="l">
              <a:spcBef>
                <a:spcPts val="1123"/>
              </a:spcBef>
              <a:spcAft>
                <a:spcPts val="0"/>
              </a:spcAft>
              <a:buSzPts val="1260"/>
              <a:buChar char="🞭"/>
              <a:defRPr/>
            </a:lvl1pPr>
            <a:lvl2pPr marL="2851191" lvl="1" indent="-962277" algn="l">
              <a:spcBef>
                <a:spcPts val="1123"/>
              </a:spcBef>
              <a:spcAft>
                <a:spcPts val="0"/>
              </a:spcAft>
              <a:buSzPts val="1260"/>
              <a:buChar char="🞤"/>
              <a:defRPr/>
            </a:lvl2pPr>
            <a:lvl3pPr marL="4276786" lvl="2" indent="-962277" algn="l">
              <a:spcBef>
                <a:spcPts val="1123"/>
              </a:spcBef>
              <a:spcAft>
                <a:spcPts val="0"/>
              </a:spcAft>
              <a:buSzPts val="1260"/>
              <a:buChar char="🞫"/>
              <a:defRPr/>
            </a:lvl3pPr>
            <a:lvl4pPr marL="5702381" lvl="3" indent="-962277" algn="l">
              <a:spcBef>
                <a:spcPts val="1123"/>
              </a:spcBef>
              <a:spcAft>
                <a:spcPts val="0"/>
              </a:spcAft>
              <a:buSzPts val="1260"/>
              <a:buChar char="🞲"/>
              <a:defRPr/>
            </a:lvl4pPr>
            <a:lvl5pPr marL="7127977" lvl="4" indent="-926634" algn="l">
              <a:spcBef>
                <a:spcPts val="1123"/>
              </a:spcBef>
              <a:spcAft>
                <a:spcPts val="0"/>
              </a:spcAft>
              <a:buSzPts val="1080"/>
              <a:buChar char="🞩"/>
              <a:defRPr/>
            </a:lvl5pPr>
            <a:lvl6pPr marL="8553572" lvl="5" indent="-926634" algn="l">
              <a:spcBef>
                <a:spcPts val="1123"/>
              </a:spcBef>
              <a:spcAft>
                <a:spcPts val="0"/>
              </a:spcAft>
              <a:buSzPts val="1080"/>
              <a:buChar char="🞤"/>
              <a:defRPr/>
            </a:lvl6pPr>
            <a:lvl7pPr marL="9979167" lvl="6" indent="-926634" algn="l">
              <a:spcBef>
                <a:spcPts val="1123"/>
              </a:spcBef>
              <a:spcAft>
                <a:spcPts val="0"/>
              </a:spcAft>
              <a:buSzPts val="1080"/>
              <a:buChar char="🞲"/>
              <a:defRPr/>
            </a:lvl7pPr>
            <a:lvl8pPr marL="11404763" lvl="7" indent="-926634" algn="l">
              <a:spcBef>
                <a:spcPts val="1123"/>
              </a:spcBef>
              <a:spcAft>
                <a:spcPts val="0"/>
              </a:spcAft>
              <a:buSzPts val="1080"/>
              <a:buChar char="◆"/>
              <a:defRPr/>
            </a:lvl8pPr>
            <a:lvl9pPr marL="12830358" lvl="8" indent="-926634" algn="l">
              <a:spcBef>
                <a:spcPts val="1123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>
            <a:endParaRPr/>
          </a:p>
        </p:txBody>
      </p:sp>
      <p:sp>
        <p:nvSpPr>
          <p:cNvPr id="82" name="Google Shape;82;p11"/>
          <p:cNvSpPr txBox="1">
            <a:spLocks noGrp="1"/>
          </p:cNvSpPr>
          <p:nvPr>
            <p:ph type="dt" idx="10"/>
          </p:nvPr>
        </p:nvSpPr>
        <p:spPr>
          <a:xfrm>
            <a:off x="15146734" y="336396"/>
            <a:ext cx="5880497" cy="127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ftr" idx="11"/>
          </p:nvPr>
        </p:nvSpPr>
        <p:spPr>
          <a:xfrm>
            <a:off x="7306072" y="336396"/>
            <a:ext cx="7840663" cy="127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1"/>
          <p:cNvSpPr txBox="1">
            <a:spLocks noGrp="1"/>
          </p:cNvSpPr>
          <p:nvPr>
            <p:ph type="sldNum" idx="12"/>
          </p:nvPr>
        </p:nvSpPr>
        <p:spPr>
          <a:xfrm>
            <a:off x="19245262" y="28593265"/>
            <a:ext cx="1781969" cy="1079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세로 제목 및 텍스트" type="vertTitleAndTx">
  <p:cSld name="VERTICAL_TITLE_AND_VERTICAL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2"/>
          <p:cNvSpPr txBox="1">
            <a:spLocks noGrp="1"/>
          </p:cNvSpPr>
          <p:nvPr>
            <p:ph type="title"/>
          </p:nvPr>
        </p:nvSpPr>
        <p:spPr>
          <a:xfrm rot="5400000">
            <a:off x="5260059" y="13202489"/>
            <a:ext cx="25832044" cy="427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2"/>
          <p:cNvSpPr txBox="1">
            <a:spLocks noGrp="1"/>
          </p:cNvSpPr>
          <p:nvPr>
            <p:ph type="body" idx="1"/>
          </p:nvPr>
        </p:nvSpPr>
        <p:spPr>
          <a:xfrm rot="5400000">
            <a:off x="-4540769" y="8034780"/>
            <a:ext cx="25832044" cy="14612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1425595" lvl="0" indent="-962277" algn="l">
              <a:spcBef>
                <a:spcPts val="1123"/>
              </a:spcBef>
              <a:spcAft>
                <a:spcPts val="0"/>
              </a:spcAft>
              <a:buSzPts val="1260"/>
              <a:buChar char="🞭"/>
              <a:defRPr/>
            </a:lvl1pPr>
            <a:lvl2pPr marL="2851191" lvl="1" indent="-962277" algn="l">
              <a:spcBef>
                <a:spcPts val="1123"/>
              </a:spcBef>
              <a:spcAft>
                <a:spcPts val="0"/>
              </a:spcAft>
              <a:buSzPts val="1260"/>
              <a:buChar char="🞤"/>
              <a:defRPr/>
            </a:lvl2pPr>
            <a:lvl3pPr marL="4276786" lvl="2" indent="-962277" algn="l">
              <a:spcBef>
                <a:spcPts val="1123"/>
              </a:spcBef>
              <a:spcAft>
                <a:spcPts val="0"/>
              </a:spcAft>
              <a:buSzPts val="1260"/>
              <a:buChar char="🞫"/>
              <a:defRPr/>
            </a:lvl3pPr>
            <a:lvl4pPr marL="5702381" lvl="3" indent="-962277" algn="l">
              <a:spcBef>
                <a:spcPts val="1123"/>
              </a:spcBef>
              <a:spcAft>
                <a:spcPts val="0"/>
              </a:spcAft>
              <a:buSzPts val="1260"/>
              <a:buChar char="🞲"/>
              <a:defRPr/>
            </a:lvl4pPr>
            <a:lvl5pPr marL="7127977" lvl="4" indent="-926634" algn="l">
              <a:spcBef>
                <a:spcPts val="1123"/>
              </a:spcBef>
              <a:spcAft>
                <a:spcPts val="0"/>
              </a:spcAft>
              <a:buSzPts val="1080"/>
              <a:buChar char="🞩"/>
              <a:defRPr/>
            </a:lvl5pPr>
            <a:lvl6pPr marL="8553572" lvl="5" indent="-926634" algn="l">
              <a:spcBef>
                <a:spcPts val="1123"/>
              </a:spcBef>
              <a:spcAft>
                <a:spcPts val="0"/>
              </a:spcAft>
              <a:buSzPts val="1080"/>
              <a:buChar char="🞤"/>
              <a:defRPr/>
            </a:lvl6pPr>
            <a:lvl7pPr marL="9979167" lvl="6" indent="-926634" algn="l">
              <a:spcBef>
                <a:spcPts val="1123"/>
              </a:spcBef>
              <a:spcAft>
                <a:spcPts val="0"/>
              </a:spcAft>
              <a:buSzPts val="1080"/>
              <a:buChar char="🞲"/>
              <a:defRPr/>
            </a:lvl7pPr>
            <a:lvl8pPr marL="11404763" lvl="7" indent="-926634" algn="l">
              <a:spcBef>
                <a:spcPts val="1123"/>
              </a:spcBef>
              <a:spcAft>
                <a:spcPts val="0"/>
              </a:spcAft>
              <a:buSzPts val="1080"/>
              <a:buChar char="◆"/>
              <a:defRPr/>
            </a:lvl8pPr>
            <a:lvl9pPr marL="12830358" lvl="8" indent="-926634" algn="l">
              <a:spcBef>
                <a:spcPts val="1123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dt" idx="10"/>
          </p:nvPr>
        </p:nvSpPr>
        <p:spPr>
          <a:xfrm>
            <a:off x="15146734" y="336396"/>
            <a:ext cx="5880497" cy="127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2"/>
          <p:cNvSpPr txBox="1">
            <a:spLocks noGrp="1"/>
          </p:cNvSpPr>
          <p:nvPr>
            <p:ph type="ftr" idx="11"/>
          </p:nvPr>
        </p:nvSpPr>
        <p:spPr>
          <a:xfrm>
            <a:off x="7306072" y="336396"/>
            <a:ext cx="7840663" cy="127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2"/>
          <p:cNvSpPr txBox="1">
            <a:spLocks noGrp="1"/>
          </p:cNvSpPr>
          <p:nvPr>
            <p:ph type="sldNum" idx="12"/>
          </p:nvPr>
        </p:nvSpPr>
        <p:spPr>
          <a:xfrm>
            <a:off x="19245262" y="28593265"/>
            <a:ext cx="1781969" cy="1079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1"/>
          <p:cNvCxnSpPr/>
          <p:nvPr/>
        </p:nvCxnSpPr>
        <p:spPr>
          <a:xfrm>
            <a:off x="1202827" y="4639284"/>
            <a:ext cx="20180798" cy="10512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712787" y="6860986"/>
            <a:ext cx="20314444" cy="1998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70840" algn="l" rtl="0"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🞭"/>
              <a:defRPr sz="3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353060" algn="l" rtl="0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Noto Sans Symbols"/>
              <a:buChar char="🞤"/>
              <a:defRPr sz="28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marR="0" lvl="2" indent="-335280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🞫"/>
              <a:defRPr sz="24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marR="0" lvl="3" indent="-3175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🞲"/>
              <a:defRPr sz="2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marR="0" lvl="4" indent="-297179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Char char="🞩"/>
              <a:defRPr sz="18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marR="0" lvl="5" indent="-297179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Char char="🞤"/>
              <a:defRPr sz="18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289560" algn="l" rtl="0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🞲"/>
              <a:defRPr sz="16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289559" algn="l" rtl="0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◆"/>
              <a:defRPr sz="16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281940" algn="l" rtl="0"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15146734" y="336396"/>
            <a:ext cx="5880497" cy="127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742" b="0" i="0" u="none" strike="noStrike" cap="none">
                <a:solidFill>
                  <a:srgbClr val="445AA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613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613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613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613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613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613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613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613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7306072" y="336396"/>
            <a:ext cx="7840663" cy="127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3742" b="0" i="0" u="none" strike="noStrike" cap="none">
                <a:solidFill>
                  <a:srgbClr val="445AA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613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613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613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613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613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613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613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613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19245262" y="28593265"/>
            <a:ext cx="1781969" cy="1079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3742" b="0" i="0" u="none" strike="noStrike" cap="none">
                <a:solidFill>
                  <a:srgbClr val="445AA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r" rtl="0">
              <a:spcBef>
                <a:spcPts val="0"/>
              </a:spcBef>
              <a:buNone/>
              <a:defRPr sz="3742" b="0" i="0" u="none" strike="noStrike" cap="none">
                <a:solidFill>
                  <a:srgbClr val="445AA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r" rtl="0">
              <a:spcBef>
                <a:spcPts val="0"/>
              </a:spcBef>
              <a:buNone/>
              <a:defRPr sz="3742" b="0" i="0" u="none" strike="noStrike" cap="none">
                <a:solidFill>
                  <a:srgbClr val="445AA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r" rtl="0">
              <a:spcBef>
                <a:spcPts val="0"/>
              </a:spcBef>
              <a:buNone/>
              <a:defRPr sz="3742" b="0" i="0" u="none" strike="noStrike" cap="none">
                <a:solidFill>
                  <a:srgbClr val="445AA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r" rtl="0">
              <a:spcBef>
                <a:spcPts val="0"/>
              </a:spcBef>
              <a:buNone/>
              <a:defRPr sz="3742" b="0" i="0" u="none" strike="noStrike" cap="none">
                <a:solidFill>
                  <a:srgbClr val="445AA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r" rtl="0">
              <a:spcBef>
                <a:spcPts val="0"/>
              </a:spcBef>
              <a:buNone/>
              <a:defRPr sz="3742" b="0" i="0" u="none" strike="noStrike" cap="none">
                <a:solidFill>
                  <a:srgbClr val="445AA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r" rtl="0">
              <a:spcBef>
                <a:spcPts val="0"/>
              </a:spcBef>
              <a:buNone/>
              <a:defRPr sz="3742" b="0" i="0" u="none" strike="noStrike" cap="none">
                <a:solidFill>
                  <a:srgbClr val="445AA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r" rtl="0">
              <a:spcBef>
                <a:spcPts val="0"/>
              </a:spcBef>
              <a:buNone/>
              <a:defRPr sz="3742" b="0" i="0" u="none" strike="noStrike" cap="none">
                <a:solidFill>
                  <a:srgbClr val="445AA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r" rtl="0">
              <a:spcBef>
                <a:spcPts val="0"/>
              </a:spcBef>
              <a:buNone/>
              <a:defRPr sz="3742" b="0" i="0" u="none" strike="noStrike" cap="none">
                <a:solidFill>
                  <a:srgbClr val="445AA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  <p:sp>
        <p:nvSpPr>
          <p:cNvPr id="15" name="Google Shape;15;p1"/>
          <p:cNvSpPr txBox="1">
            <a:spLocks noGrp="1"/>
          </p:cNvSpPr>
          <p:nvPr>
            <p:ph type="title"/>
          </p:nvPr>
        </p:nvSpPr>
        <p:spPr>
          <a:xfrm>
            <a:off x="712787" y="2018347"/>
            <a:ext cx="20314444" cy="3700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Libre Franklin Medium"/>
              <a:buNone/>
              <a:defRPr sz="3600" b="0" i="0" u="none" strike="noStrike" cap="none">
                <a:solidFill>
                  <a:schemeClr val="dk2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cxnSp>
        <p:nvCxnSpPr>
          <p:cNvPr id="16" name="Google Shape;16;p1"/>
          <p:cNvCxnSpPr/>
          <p:nvPr/>
        </p:nvCxnSpPr>
        <p:spPr>
          <a:xfrm>
            <a:off x="1202827" y="4639284"/>
            <a:ext cx="20180798" cy="10512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7;p1"/>
          <p:cNvCxnSpPr/>
          <p:nvPr/>
        </p:nvCxnSpPr>
        <p:spPr>
          <a:xfrm>
            <a:off x="1202827" y="4670579"/>
            <a:ext cx="20180798" cy="10512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43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43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43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43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43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43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43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43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43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43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43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43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43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43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43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43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43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43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43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43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43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43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43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43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43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43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43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DCF5C251-AF69-5EBD-AA32-DC3CCF8CF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>
            <a:extLst>
              <a:ext uri="{FF2B5EF4-FFF2-40B4-BE49-F238E27FC236}">
                <a16:creationId xmlns:a16="http://schemas.microsoft.com/office/drawing/2014/main" id="{2D9CC95A-058B-CE36-0B39-62DC9F5497B9}"/>
              </a:ext>
            </a:extLst>
          </p:cNvPr>
          <p:cNvSpPr txBox="1"/>
          <p:nvPr/>
        </p:nvSpPr>
        <p:spPr>
          <a:xfrm>
            <a:off x="1261779" y="235724"/>
            <a:ext cx="18759441" cy="213824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285068" tIns="142495" rIns="285068" bIns="142495" anchor="t" anchorCtr="0">
            <a:noAutofit/>
          </a:bodyPr>
          <a:lstStyle/>
          <a:p>
            <a:pPr algn="ctr"/>
            <a:r>
              <a:rPr lang="ko-KR" altLang="en-US" sz="4054" b="1" dirty="0">
                <a:solidFill>
                  <a:srgbClr val="595959"/>
                </a:solidFill>
              </a:rPr>
              <a:t>연     성     대     학     교     </a:t>
            </a:r>
            <a:r>
              <a:rPr lang="ko-KR" altLang="en-US" sz="4054" b="1" dirty="0" err="1">
                <a:solidFill>
                  <a:srgbClr val="595959"/>
                </a:solidFill>
              </a:rPr>
              <a:t>컴</a:t>
            </a:r>
            <a:r>
              <a:rPr lang="ko-KR" altLang="en-US" sz="4054" b="1" dirty="0">
                <a:solidFill>
                  <a:srgbClr val="595959"/>
                </a:solidFill>
              </a:rPr>
              <a:t>     </a:t>
            </a:r>
            <a:r>
              <a:rPr lang="ko-KR" altLang="en-US" sz="4054" b="1" dirty="0" err="1">
                <a:solidFill>
                  <a:srgbClr val="595959"/>
                </a:solidFill>
              </a:rPr>
              <a:t>퓨</a:t>
            </a:r>
            <a:r>
              <a:rPr lang="ko-KR" altLang="en-US" sz="4054" b="1" dirty="0">
                <a:solidFill>
                  <a:srgbClr val="595959"/>
                </a:solidFill>
              </a:rPr>
              <a:t>     터     소     </a:t>
            </a:r>
            <a:r>
              <a:rPr lang="ko-KR" altLang="en-US" sz="4054" b="1" dirty="0" err="1">
                <a:solidFill>
                  <a:srgbClr val="595959"/>
                </a:solidFill>
              </a:rPr>
              <a:t>프</a:t>
            </a:r>
            <a:r>
              <a:rPr lang="ko-KR" altLang="en-US" sz="4054" b="1" dirty="0">
                <a:solidFill>
                  <a:srgbClr val="595959"/>
                </a:solidFill>
              </a:rPr>
              <a:t>     트     </a:t>
            </a:r>
            <a:r>
              <a:rPr lang="ko-KR" altLang="en-US" sz="4054" b="1" dirty="0" err="1">
                <a:solidFill>
                  <a:srgbClr val="595959"/>
                </a:solidFill>
              </a:rPr>
              <a:t>웨</a:t>
            </a:r>
            <a:r>
              <a:rPr lang="ko-KR" altLang="en-US" sz="4054" b="1" dirty="0">
                <a:solidFill>
                  <a:srgbClr val="595959"/>
                </a:solidFill>
              </a:rPr>
              <a:t>     어     과</a:t>
            </a:r>
            <a:endParaRPr lang="en-US" altLang="ko-KR" sz="4054" b="1" dirty="0">
              <a:solidFill>
                <a:srgbClr val="595959"/>
              </a:solidFill>
            </a:endParaRPr>
          </a:p>
          <a:p>
            <a:pPr algn="ctr"/>
            <a:endParaRPr lang="en-US" sz="4054" b="1" dirty="0">
              <a:solidFill>
                <a:srgbClr val="595959"/>
              </a:solidFill>
            </a:endParaRPr>
          </a:p>
          <a:p>
            <a:pPr algn="ctr"/>
            <a:r>
              <a:rPr lang="en-US" altLang="ko-KR" sz="4054" b="1" dirty="0">
                <a:solidFill>
                  <a:srgbClr val="595959"/>
                </a:solidFill>
              </a:rPr>
              <a:t>A I  </a:t>
            </a:r>
            <a:r>
              <a:rPr lang="ko-KR" altLang="en-US" sz="4054" b="1" dirty="0" err="1">
                <a:solidFill>
                  <a:srgbClr val="595959"/>
                </a:solidFill>
              </a:rPr>
              <a:t>프</a:t>
            </a:r>
            <a:r>
              <a:rPr lang="ko-KR" altLang="en-US" sz="4054" b="1" dirty="0">
                <a:solidFill>
                  <a:srgbClr val="595959"/>
                </a:solidFill>
              </a:rPr>
              <a:t> 로 그 래 </a:t>
            </a:r>
            <a:r>
              <a:rPr lang="ko-KR" altLang="en-US" sz="4054" b="1" dirty="0" err="1">
                <a:solidFill>
                  <a:srgbClr val="595959"/>
                </a:solidFill>
              </a:rPr>
              <a:t>밍</a:t>
            </a:r>
            <a:r>
              <a:rPr lang="ko-KR" altLang="en-US" sz="4054" b="1" dirty="0">
                <a:solidFill>
                  <a:srgbClr val="595959"/>
                </a:solidFill>
              </a:rPr>
              <a:t>  과 정</a:t>
            </a:r>
            <a:endParaRPr sz="4054" b="1" dirty="0">
              <a:solidFill>
                <a:srgbClr val="595959"/>
              </a:solidFill>
            </a:endParaRPr>
          </a:p>
        </p:txBody>
      </p:sp>
      <p:sp>
        <p:nvSpPr>
          <p:cNvPr id="97" name="Google Shape;97;p13">
            <a:extLst>
              <a:ext uri="{FF2B5EF4-FFF2-40B4-BE49-F238E27FC236}">
                <a16:creationId xmlns:a16="http://schemas.microsoft.com/office/drawing/2014/main" id="{43E61FBB-1EFE-2038-D47D-23C23A67AB40}"/>
              </a:ext>
            </a:extLst>
          </p:cNvPr>
          <p:cNvSpPr txBox="1"/>
          <p:nvPr/>
        </p:nvSpPr>
        <p:spPr>
          <a:xfrm>
            <a:off x="4621183" y="4231192"/>
            <a:ext cx="12040632" cy="149628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285068" tIns="142495" rIns="285068" bIns="142495" anchor="t" anchorCtr="0">
            <a:noAutofit/>
          </a:bodyPr>
          <a:lstStyle/>
          <a:p>
            <a:pPr algn="ctr"/>
            <a:r>
              <a:rPr lang="ko-KR" altLang="en-US" sz="3742" dirty="0">
                <a:solidFill>
                  <a:schemeClr val="tx2">
                    <a:lumMod val="25000"/>
                  </a:schemeClr>
                </a:solidFill>
                <a:latin typeface="+mj-ea"/>
                <a:ea typeface="+mj-ea"/>
                <a:cs typeface="Ebrima" panose="02000000000000000000" pitchFamily="2" charset="0"/>
              </a:rPr>
              <a:t>자유로운 여행의 길잡이</a:t>
            </a:r>
            <a:r>
              <a:rPr lang="en-US" altLang="ko-KR" sz="3742" dirty="0">
                <a:solidFill>
                  <a:schemeClr val="tx2">
                    <a:lumMod val="25000"/>
                  </a:schemeClr>
                </a:solidFill>
                <a:latin typeface="+mj-ea"/>
                <a:ea typeface="+mj-ea"/>
                <a:cs typeface="Ebrima" panose="02000000000000000000" pitchFamily="2" charset="0"/>
              </a:rPr>
              <a:t>, </a:t>
            </a:r>
            <a:br>
              <a:rPr lang="en-US" altLang="ko-KR" sz="3742" dirty="0">
                <a:solidFill>
                  <a:schemeClr val="tx2">
                    <a:lumMod val="25000"/>
                  </a:schemeClr>
                </a:solidFill>
                <a:latin typeface="+mj-ea"/>
                <a:ea typeface="+mj-ea"/>
                <a:cs typeface="Ebrima" panose="02000000000000000000" pitchFamily="2" charset="0"/>
              </a:rPr>
            </a:br>
            <a:r>
              <a:rPr lang="ko-KR" altLang="en-US" sz="3742" dirty="0" err="1">
                <a:solidFill>
                  <a:schemeClr val="tx2">
                    <a:lumMod val="25000"/>
                  </a:schemeClr>
                </a:solidFill>
                <a:latin typeface="+mj-ea"/>
                <a:ea typeface="+mj-ea"/>
                <a:cs typeface="Ebrima" panose="02000000000000000000" pitchFamily="2" charset="0"/>
              </a:rPr>
              <a:t>루바토와</a:t>
            </a:r>
            <a:r>
              <a:rPr lang="ko-KR" altLang="en-US" sz="3742" dirty="0">
                <a:solidFill>
                  <a:schemeClr val="tx2">
                    <a:lumMod val="25000"/>
                  </a:schemeClr>
                </a:solidFill>
                <a:latin typeface="+mj-ea"/>
                <a:ea typeface="+mj-ea"/>
                <a:cs typeface="Ebrima" panose="02000000000000000000" pitchFamily="2" charset="0"/>
              </a:rPr>
              <a:t> 함께 당신만의 특별한 여행을 디자인하세요</a:t>
            </a:r>
            <a:r>
              <a:rPr lang="en-US" altLang="ko-KR" sz="3742" dirty="0">
                <a:solidFill>
                  <a:schemeClr val="tx2">
                    <a:lumMod val="25000"/>
                  </a:schemeClr>
                </a:solidFill>
                <a:latin typeface="+mj-ea"/>
                <a:ea typeface="+mj-ea"/>
                <a:cs typeface="Ebrima" panose="02000000000000000000" pitchFamily="2" charset="0"/>
              </a:rPr>
              <a:t>!</a:t>
            </a:r>
          </a:p>
        </p:txBody>
      </p:sp>
      <p:sp>
        <p:nvSpPr>
          <p:cNvPr id="98" name="Google Shape;98;p13">
            <a:extLst>
              <a:ext uri="{FF2B5EF4-FFF2-40B4-BE49-F238E27FC236}">
                <a16:creationId xmlns:a16="http://schemas.microsoft.com/office/drawing/2014/main" id="{A7E921CF-5821-2185-6334-CE459932804A}"/>
              </a:ext>
            </a:extLst>
          </p:cNvPr>
          <p:cNvSpPr txBox="1"/>
          <p:nvPr/>
        </p:nvSpPr>
        <p:spPr>
          <a:xfrm>
            <a:off x="4359945" y="2304316"/>
            <a:ext cx="12483086" cy="220722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chemeClr val="dk1">
                <a:alpha val="40000"/>
              </a:schemeClr>
            </a:outerShdw>
          </a:effectLst>
        </p:spPr>
        <p:txBody>
          <a:bodyPr spcFirstLastPara="1" wrap="square" lIns="285068" tIns="142495" rIns="285068" bIns="142495" anchor="t" anchorCtr="0">
            <a:noAutofit/>
          </a:bodyPr>
          <a:lstStyle/>
          <a:p>
            <a:pPr algn="ctr"/>
            <a:r>
              <a:rPr lang="en-US" sz="12472" b="1" dirty="0">
                <a:solidFill>
                  <a:srgbClr val="063C64"/>
                </a:solidFill>
              </a:rPr>
              <a:t>RUBATO</a:t>
            </a:r>
            <a:endParaRPr sz="12472" b="1" dirty="0">
              <a:solidFill>
                <a:srgbClr val="063C64"/>
              </a:solidFill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6B9C52D2-B3D8-0F3B-25D4-4BAEDC7962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3453939"/>
              </p:ext>
            </p:extLst>
          </p:nvPr>
        </p:nvGraphicFramePr>
        <p:xfrm>
          <a:off x="1261775" y="17778150"/>
          <a:ext cx="18952979" cy="8862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7864">
                  <a:extLst>
                    <a:ext uri="{9D8B030D-6E8A-4147-A177-3AD203B41FA5}">
                      <a16:colId xmlns:a16="http://schemas.microsoft.com/office/drawing/2014/main" val="687317377"/>
                    </a:ext>
                  </a:extLst>
                </a:gridCol>
                <a:gridCol w="16185115">
                  <a:extLst>
                    <a:ext uri="{9D8B030D-6E8A-4147-A177-3AD203B41FA5}">
                      <a16:colId xmlns:a16="http://schemas.microsoft.com/office/drawing/2014/main" val="792893763"/>
                    </a:ext>
                  </a:extLst>
                </a:gridCol>
              </a:tblGrid>
              <a:tr h="838615">
                <a:tc>
                  <a:txBody>
                    <a:bodyPr/>
                    <a:lstStyle/>
                    <a:p>
                      <a:pPr algn="dist" latinLnBrk="1"/>
                      <a:r>
                        <a:rPr lang="ko-KR" altLang="ko-KR" sz="2800" b="1" dirty="0">
                          <a:solidFill>
                            <a:srgbClr val="063C64"/>
                          </a:solidFill>
                          <a:latin typeface="+mj-ea"/>
                          <a:ea typeface="+mj-ea"/>
                          <a:sym typeface="Arial"/>
                        </a:rPr>
                        <a:t>팀         명</a:t>
                      </a:r>
                      <a:endParaRPr lang="ko-KR" altLang="en-US" sz="2800" dirty="0">
                        <a:latin typeface="+mj-ea"/>
                        <a:ea typeface="+mj-ea"/>
                      </a:endParaRPr>
                    </a:p>
                  </a:txBody>
                  <a:tcPr marL="285115" marR="285115" marT="142558" marB="14255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l-GR" altLang="ko-KR" sz="40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ΔΩ</a:t>
                      </a:r>
                      <a:r>
                        <a:rPr lang="en-US" altLang="ko-KR" sz="40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(</a:t>
                      </a:r>
                      <a:r>
                        <a:rPr lang="en-US" altLang="ko-KR" sz="4000" b="0" i="0" u="none" strike="noStrike" cap="non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Delta_Omega</a:t>
                      </a:r>
                      <a:r>
                        <a:rPr lang="en-US" altLang="ko-KR" sz="40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)</a:t>
                      </a:r>
                      <a:endParaRPr lang="en-US" altLang="ko-KR" sz="2400" b="1" baseline="0" dirty="0">
                        <a:solidFill>
                          <a:schemeClr val="tx1"/>
                        </a:solidFill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285115" marR="285115" marT="142558" marB="14255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140292"/>
                  </a:ext>
                </a:extLst>
              </a:tr>
              <a:tr h="667202">
                <a:tc>
                  <a:txBody>
                    <a:bodyPr/>
                    <a:lstStyle/>
                    <a:p>
                      <a:pPr algn="dist" latinLnBrk="1"/>
                      <a:r>
                        <a:rPr lang="ko-KR" altLang="ko-KR" sz="2800" b="1">
                          <a:solidFill>
                            <a:srgbClr val="063C64"/>
                          </a:solidFill>
                          <a:latin typeface="+mj-ea"/>
                          <a:ea typeface="+mj-ea"/>
                          <a:sym typeface="Arial"/>
                        </a:rPr>
                        <a:t>개   발   자 </a:t>
                      </a:r>
                      <a:endParaRPr lang="ko-KR" altLang="en-US" sz="2800" dirty="0">
                        <a:latin typeface="+mj-ea"/>
                        <a:ea typeface="+mj-ea"/>
                      </a:endParaRPr>
                    </a:p>
                  </a:txBody>
                  <a:tcPr marL="285115" marR="285115" marT="142558" marB="142558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800" b="1" baseline="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굴림" pitchFamily="50" charset="-127"/>
                          <a:ea typeface="굴림" pitchFamily="50" charset="-127"/>
                        </a:rPr>
                        <a:t>박시우</a:t>
                      </a:r>
                      <a:r>
                        <a:rPr lang="en-US" altLang="ko-KR" sz="2800" b="1" baseline="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굴림" pitchFamily="50" charset="-127"/>
                          <a:ea typeface="굴림" pitchFamily="50" charset="-127"/>
                        </a:rPr>
                        <a:t>(</a:t>
                      </a:r>
                      <a:r>
                        <a:rPr lang="ko-KR" altLang="en-US" sz="2800" b="1" baseline="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굴림" pitchFamily="50" charset="-127"/>
                          <a:ea typeface="굴림" pitchFamily="50" charset="-127"/>
                        </a:rPr>
                        <a:t>팀장</a:t>
                      </a:r>
                      <a:r>
                        <a:rPr lang="en-US" altLang="ko-KR" sz="2800" b="1" baseline="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굴림" pitchFamily="50" charset="-127"/>
                          <a:ea typeface="굴림" pitchFamily="50" charset="-127"/>
                        </a:rPr>
                        <a:t>), </a:t>
                      </a:r>
                      <a:r>
                        <a:rPr lang="ko-KR" altLang="en-US" sz="2800" b="1" baseline="0" dirty="0" err="1">
                          <a:solidFill>
                            <a:schemeClr val="tx2">
                              <a:lumMod val="25000"/>
                            </a:schemeClr>
                          </a:solidFill>
                          <a:latin typeface="굴림" pitchFamily="50" charset="-127"/>
                          <a:ea typeface="굴림" pitchFamily="50" charset="-127"/>
                        </a:rPr>
                        <a:t>심대현</a:t>
                      </a:r>
                      <a:r>
                        <a:rPr lang="en-US" altLang="ko-KR" sz="2800" b="1" baseline="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굴림" pitchFamily="50" charset="-127"/>
                          <a:ea typeface="굴림" pitchFamily="50" charset="-127"/>
                        </a:rPr>
                        <a:t>, </a:t>
                      </a:r>
                      <a:r>
                        <a:rPr lang="ko-KR" altLang="en-US" sz="2800" b="1" baseline="0" dirty="0" err="1">
                          <a:solidFill>
                            <a:schemeClr val="tx2">
                              <a:lumMod val="25000"/>
                            </a:schemeClr>
                          </a:solidFill>
                          <a:latin typeface="굴림" pitchFamily="50" charset="-127"/>
                          <a:ea typeface="굴림" pitchFamily="50" charset="-127"/>
                        </a:rPr>
                        <a:t>최원창</a:t>
                      </a:r>
                      <a:r>
                        <a:rPr lang="en-US" altLang="ko-KR" sz="2800" b="1" baseline="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굴림" pitchFamily="50" charset="-127"/>
                          <a:ea typeface="굴림" pitchFamily="50" charset="-127"/>
                        </a:rPr>
                        <a:t>, </a:t>
                      </a:r>
                      <a:r>
                        <a:rPr lang="ko-KR" altLang="en-US" sz="2800" b="1" baseline="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굴림" pitchFamily="50" charset="-127"/>
                          <a:ea typeface="굴림" pitchFamily="50" charset="-127"/>
                        </a:rPr>
                        <a:t>이종훈</a:t>
                      </a:r>
                      <a:r>
                        <a:rPr lang="en-US" altLang="ko-KR" sz="2800" b="1" baseline="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굴림" pitchFamily="50" charset="-127"/>
                          <a:ea typeface="굴림" pitchFamily="50" charset="-127"/>
                        </a:rPr>
                        <a:t>, </a:t>
                      </a:r>
                      <a:r>
                        <a:rPr lang="ko-KR" altLang="en-US" sz="2800" b="1" baseline="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굴림" pitchFamily="50" charset="-127"/>
                          <a:ea typeface="굴림" pitchFamily="50" charset="-127"/>
                        </a:rPr>
                        <a:t>김수민</a:t>
                      </a:r>
                      <a:endParaRPr lang="en-US" altLang="ko-KR" sz="2800" b="1" baseline="0" dirty="0">
                        <a:solidFill>
                          <a:schemeClr val="tx2">
                            <a:lumMod val="25000"/>
                          </a:schemeClr>
                        </a:solidFill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285115" marR="285115" marT="142558" marB="142558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251144"/>
                  </a:ext>
                </a:extLst>
              </a:tr>
              <a:tr h="3066984">
                <a:tc>
                  <a:txBody>
                    <a:bodyPr/>
                    <a:lstStyle/>
                    <a:p>
                      <a:pPr algn="dist" latinLnBrk="1"/>
                      <a:r>
                        <a:rPr lang="ko-KR" altLang="ko-KR" sz="2800" b="1">
                          <a:solidFill>
                            <a:srgbClr val="063C64"/>
                          </a:solidFill>
                          <a:latin typeface="+mj-ea"/>
                          <a:ea typeface="+mj-ea"/>
                          <a:sym typeface="Arial"/>
                        </a:rPr>
                        <a:t>작 품 개 요</a:t>
                      </a:r>
                      <a:r>
                        <a:rPr lang="ko-KR" altLang="ko-KR" sz="2800" b="1">
                          <a:solidFill>
                            <a:srgbClr val="063C64"/>
                          </a:solidFill>
                          <a:latin typeface="+mj-ea"/>
                          <a:ea typeface="+mj-ea"/>
                          <a:cs typeface="Gulim"/>
                          <a:sym typeface="Gulim"/>
                        </a:rPr>
                        <a:t> </a:t>
                      </a:r>
                      <a:endParaRPr lang="ko-KR" altLang="en-US" sz="2800" dirty="0">
                        <a:latin typeface="+mj-ea"/>
                        <a:ea typeface="+mj-ea"/>
                      </a:endParaRPr>
                    </a:p>
                  </a:txBody>
                  <a:tcPr marL="285115" marR="285115" marT="142558" marB="14255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800" baseline="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Ebrima" pitchFamily="2" charset="0"/>
                          <a:ea typeface="문체부 돋음체" pitchFamily="49" charset="-127"/>
                          <a:cs typeface="Ebrima" pitchFamily="2" charset="0"/>
                        </a:rPr>
                        <a:t>본 어플리케이션은 사용자에게 자동화된 여행경로를 추천해주는 어플리케이션입니다</a:t>
                      </a:r>
                      <a:r>
                        <a:rPr lang="en-US" altLang="ko-KR" sz="2800" baseline="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Ebrima" pitchFamily="2" charset="0"/>
                          <a:ea typeface="문체부 돋음체" pitchFamily="49" charset="-127"/>
                          <a:cs typeface="Ebrima" pitchFamily="2" charset="0"/>
                        </a:rPr>
                        <a:t>.</a:t>
                      </a:r>
                    </a:p>
                    <a:p>
                      <a:r>
                        <a:rPr lang="ko-KR" altLang="en-US" sz="2800" baseline="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Ebrima" pitchFamily="2" charset="0"/>
                          <a:ea typeface="문체부 돋음체" pitchFamily="49" charset="-127"/>
                          <a:cs typeface="Ebrima" pitchFamily="2" charset="0"/>
                        </a:rPr>
                        <a:t>사용자는 다양한 옵션을 통해 개인화된 여행계획을 작성할 수 있습니다</a:t>
                      </a:r>
                      <a:r>
                        <a:rPr lang="en-US" altLang="ko-KR" sz="2800" baseline="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Ebrima" pitchFamily="2" charset="0"/>
                          <a:ea typeface="문체부 돋음체" pitchFamily="49" charset="-127"/>
                          <a:cs typeface="Ebrima" pitchFamily="2" charset="0"/>
                        </a:rPr>
                        <a:t>.</a:t>
                      </a:r>
                    </a:p>
                    <a:p>
                      <a:r>
                        <a:rPr lang="ko-KR" altLang="en-US" sz="2800" baseline="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Ebrima" pitchFamily="2" charset="0"/>
                          <a:ea typeface="문체부 돋음체" pitchFamily="49" charset="-127"/>
                          <a:cs typeface="Ebrima" pitchFamily="2" charset="0"/>
                        </a:rPr>
                        <a:t>여행계획을 짜는 </a:t>
                      </a:r>
                      <a:r>
                        <a:rPr lang="ko-KR" altLang="en-US" sz="2800" baseline="0" dirty="0" err="1">
                          <a:solidFill>
                            <a:schemeClr val="tx2">
                              <a:lumMod val="25000"/>
                            </a:schemeClr>
                          </a:solidFill>
                          <a:latin typeface="Ebrima" pitchFamily="2" charset="0"/>
                          <a:ea typeface="문체부 돋음체" pitchFamily="49" charset="-127"/>
                          <a:cs typeface="Ebrima" pitchFamily="2" charset="0"/>
                        </a:rPr>
                        <a:t>과정중엔</a:t>
                      </a:r>
                      <a:r>
                        <a:rPr lang="ko-KR" altLang="en-US" sz="2800" baseline="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Ebrima" pitchFamily="2" charset="0"/>
                          <a:ea typeface="문체부 돋음체" pitchFamily="49" charset="-127"/>
                          <a:cs typeface="Ebrima" pitchFamily="2" charset="0"/>
                        </a:rPr>
                        <a:t> 인공지능이 사용자의 선택에 대한 다양한 조언과 분석을 해주어</a:t>
                      </a:r>
                      <a:br>
                        <a:rPr lang="en-US" altLang="ko-KR" sz="2800" baseline="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Ebrima" pitchFamily="2" charset="0"/>
                          <a:ea typeface="문체부 돋음체" pitchFamily="49" charset="-127"/>
                          <a:cs typeface="Ebrima" pitchFamily="2" charset="0"/>
                        </a:rPr>
                      </a:br>
                      <a:r>
                        <a:rPr lang="ko-KR" altLang="en-US" sz="2800" baseline="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Ebrima" pitchFamily="2" charset="0"/>
                          <a:ea typeface="문체부 돋음체" pitchFamily="49" charset="-127"/>
                          <a:cs typeface="Ebrima" pitchFamily="2" charset="0"/>
                        </a:rPr>
                        <a:t>보다 효율적인 일정작성을 도와줍니다</a:t>
                      </a:r>
                      <a:r>
                        <a:rPr lang="en-US" altLang="ko-KR" sz="2800" baseline="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Ebrima" pitchFamily="2" charset="0"/>
                          <a:ea typeface="문체부 돋음체" pitchFamily="49" charset="-127"/>
                          <a:cs typeface="Ebrima" pitchFamily="2" charset="0"/>
                        </a:rPr>
                        <a:t>.</a:t>
                      </a:r>
                    </a:p>
                    <a:p>
                      <a:endParaRPr lang="en-US" altLang="ko-KR" sz="2800" baseline="0" dirty="0">
                        <a:solidFill>
                          <a:schemeClr val="tx2">
                            <a:lumMod val="25000"/>
                          </a:schemeClr>
                        </a:solidFill>
                        <a:latin typeface="Ebrima" pitchFamily="2" charset="0"/>
                        <a:ea typeface="문체부 돋음체" pitchFamily="49" charset="-127"/>
                        <a:cs typeface="Ebrima" pitchFamily="2" charset="0"/>
                      </a:endParaRPr>
                    </a:p>
                    <a:p>
                      <a:r>
                        <a:rPr lang="ko-KR" altLang="en-US" sz="2800" baseline="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Ebrima" pitchFamily="2" charset="0"/>
                          <a:ea typeface="문체부 돋음체" pitchFamily="49" charset="-127"/>
                          <a:cs typeface="Ebrima" pitchFamily="2" charset="0"/>
                        </a:rPr>
                        <a:t>만약 여행계획을 작성하는데 어려움이 있다면 여행일정 </a:t>
                      </a:r>
                      <a:r>
                        <a:rPr lang="ko-KR" altLang="en-US" sz="2800" baseline="0" dirty="0" err="1">
                          <a:solidFill>
                            <a:schemeClr val="tx2">
                              <a:lumMod val="25000"/>
                            </a:schemeClr>
                          </a:solidFill>
                          <a:latin typeface="Ebrima" pitchFamily="2" charset="0"/>
                          <a:ea typeface="문체부 돋음체" pitchFamily="49" charset="-127"/>
                          <a:cs typeface="Ebrima" pitchFamily="2" charset="0"/>
                        </a:rPr>
                        <a:t>페이지중</a:t>
                      </a:r>
                      <a:r>
                        <a:rPr lang="ko-KR" altLang="en-US" sz="2800" baseline="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Ebrima" pitchFamily="2" charset="0"/>
                          <a:ea typeface="문체부 돋음체" pitchFamily="49" charset="-127"/>
                          <a:cs typeface="Ebrima" pitchFamily="2" charset="0"/>
                        </a:rPr>
                        <a:t> 어디에서나 접근 가능한 채팅기능으로 인공지능과의 대화를 통해 여행일정을 작성할 수 있습니다</a:t>
                      </a:r>
                      <a:r>
                        <a:rPr lang="en-US" altLang="ko-KR" sz="2800" baseline="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Ebrima" pitchFamily="2" charset="0"/>
                          <a:ea typeface="문체부 돋음체" pitchFamily="49" charset="-127"/>
                          <a:cs typeface="Ebrima" pitchFamily="2" charset="0"/>
                        </a:rPr>
                        <a:t>.</a:t>
                      </a:r>
                    </a:p>
                    <a:p>
                      <a:r>
                        <a:rPr lang="ko-KR" altLang="en-US" sz="2800" baseline="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Ebrima" pitchFamily="2" charset="0"/>
                          <a:ea typeface="문체부 돋음체" pitchFamily="49" charset="-127"/>
                          <a:cs typeface="Ebrima" pitchFamily="2" charset="0"/>
                        </a:rPr>
                        <a:t>이때 일정작성 중 필요한 정보는 인공지능이 먼저 질문하기에 사용자는 </a:t>
                      </a:r>
                      <a:r>
                        <a:rPr lang="ko-KR" altLang="en-US" sz="2800" baseline="0" dirty="0" err="1">
                          <a:solidFill>
                            <a:schemeClr val="tx2">
                              <a:lumMod val="25000"/>
                            </a:schemeClr>
                          </a:solidFill>
                          <a:latin typeface="Ebrima" pitchFamily="2" charset="0"/>
                          <a:ea typeface="문체부 돋음체" pitchFamily="49" charset="-127"/>
                          <a:cs typeface="Ebrima" pitchFamily="2" charset="0"/>
                        </a:rPr>
                        <a:t>부담없이</a:t>
                      </a:r>
                      <a:r>
                        <a:rPr lang="ko-KR" altLang="en-US" sz="2800" baseline="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Ebrima" pitchFamily="2" charset="0"/>
                          <a:ea typeface="문체부 돋음체" pitchFamily="49" charset="-127"/>
                          <a:cs typeface="Ebrima" pitchFamily="2" charset="0"/>
                        </a:rPr>
                        <a:t> 여행일정을 </a:t>
                      </a:r>
                      <a:br>
                        <a:rPr lang="en-US" altLang="ko-KR" sz="2800" baseline="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Ebrima" pitchFamily="2" charset="0"/>
                          <a:ea typeface="문체부 돋음체" pitchFamily="49" charset="-127"/>
                          <a:cs typeface="Ebrima" pitchFamily="2" charset="0"/>
                        </a:rPr>
                      </a:br>
                      <a:r>
                        <a:rPr lang="ko-KR" altLang="en-US" sz="2800" baseline="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Ebrima" pitchFamily="2" charset="0"/>
                          <a:ea typeface="문체부 돋음체" pitchFamily="49" charset="-127"/>
                          <a:cs typeface="Ebrima" pitchFamily="2" charset="0"/>
                        </a:rPr>
                        <a:t>작성할 수 있습니다</a:t>
                      </a:r>
                      <a:r>
                        <a:rPr lang="en-US" altLang="ko-KR" sz="2800" baseline="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Ebrima" pitchFamily="2" charset="0"/>
                          <a:ea typeface="문체부 돋음체" pitchFamily="49" charset="-127"/>
                          <a:cs typeface="Ebrima" pitchFamily="2" charset="0"/>
                        </a:rPr>
                        <a:t>.</a:t>
                      </a:r>
                    </a:p>
                    <a:p>
                      <a:endParaRPr lang="en-US" altLang="ko-KR" sz="2800" baseline="0" dirty="0">
                        <a:solidFill>
                          <a:schemeClr val="tx2">
                            <a:lumMod val="25000"/>
                          </a:schemeClr>
                        </a:solidFill>
                        <a:latin typeface="Ebrima" pitchFamily="2" charset="0"/>
                        <a:ea typeface="문체부 돋음체" pitchFamily="49" charset="-127"/>
                        <a:cs typeface="Ebrima" pitchFamily="2" charset="0"/>
                      </a:endParaRPr>
                    </a:p>
                    <a:p>
                      <a:r>
                        <a:rPr lang="ko-KR" altLang="en-US" sz="2800" baseline="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Ebrima" pitchFamily="2" charset="0"/>
                          <a:ea typeface="문체부 돋음체" pitchFamily="49" charset="-127"/>
                          <a:cs typeface="Ebrima" pitchFamily="2" charset="0"/>
                        </a:rPr>
                        <a:t>혹은 현재 다른 이들에게 인기있는 다른 루트들을 복사</a:t>
                      </a:r>
                      <a:r>
                        <a:rPr lang="en-US" altLang="ko-KR" sz="2800" baseline="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Ebrima" pitchFamily="2" charset="0"/>
                          <a:ea typeface="문체부 돋음체" pitchFamily="49" charset="-127"/>
                          <a:cs typeface="Ebrima" pitchFamily="2" charset="0"/>
                        </a:rPr>
                        <a:t>, </a:t>
                      </a:r>
                      <a:r>
                        <a:rPr lang="ko-KR" altLang="en-US" sz="2800" baseline="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Ebrima" pitchFamily="2" charset="0"/>
                          <a:ea typeface="문체부 돋음체" pitchFamily="49" charset="-127"/>
                          <a:cs typeface="Ebrima" pitchFamily="2" charset="0"/>
                        </a:rPr>
                        <a:t>수정하여 자신만의 루트를 짤 수 있습니다</a:t>
                      </a:r>
                      <a:r>
                        <a:rPr lang="en-US" altLang="ko-KR" sz="2800" baseline="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Ebrima" pitchFamily="2" charset="0"/>
                          <a:ea typeface="문체부 돋음체" pitchFamily="49" charset="-127"/>
                          <a:cs typeface="Ebrima" pitchFamily="2" charset="0"/>
                        </a:rPr>
                        <a:t>.</a:t>
                      </a:r>
                    </a:p>
                  </a:txBody>
                  <a:tcPr marL="285115" marR="285115" marT="142558" marB="14255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6888293"/>
                  </a:ext>
                </a:extLst>
              </a:tr>
              <a:tr h="1467129">
                <a:tc>
                  <a:txBody>
                    <a:bodyPr/>
                    <a:lstStyle/>
                    <a:p>
                      <a:pPr algn="dist" latinLnBrk="1"/>
                      <a:r>
                        <a:rPr lang="ko-KR" altLang="ko-KR" sz="2800" b="1" dirty="0">
                          <a:solidFill>
                            <a:srgbClr val="063C64"/>
                          </a:solidFill>
                          <a:latin typeface="+mj-ea"/>
                          <a:ea typeface="+mj-ea"/>
                          <a:sym typeface="Arial"/>
                        </a:rPr>
                        <a:t>담 당 파 </a:t>
                      </a:r>
                      <a:r>
                        <a:rPr lang="ko-KR" altLang="ko-KR" sz="2800" b="1" dirty="0" err="1">
                          <a:solidFill>
                            <a:srgbClr val="063C64"/>
                          </a:solidFill>
                          <a:latin typeface="+mj-ea"/>
                          <a:ea typeface="+mj-ea"/>
                          <a:sym typeface="Arial"/>
                        </a:rPr>
                        <a:t>트</a:t>
                      </a:r>
                      <a:r>
                        <a:rPr lang="ko-KR" altLang="ko-KR" sz="2800" b="1" dirty="0">
                          <a:solidFill>
                            <a:srgbClr val="063C64"/>
                          </a:solidFill>
                          <a:latin typeface="+mj-ea"/>
                          <a:ea typeface="+mj-ea"/>
                          <a:sym typeface="Arial"/>
                        </a:rPr>
                        <a:t> </a:t>
                      </a:r>
                      <a:endParaRPr lang="ko-KR" altLang="en-US" sz="2800" dirty="0">
                        <a:latin typeface="+mj-ea"/>
                        <a:ea typeface="+mj-ea"/>
                      </a:endParaRPr>
                    </a:p>
                  </a:txBody>
                  <a:tcPr marL="285115" marR="285115" marT="142558" marB="14255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800" baseline="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함초롬돋움" pitchFamily="50" charset="-127"/>
                          <a:ea typeface="함초롬돋움" pitchFamily="50" charset="-127"/>
                          <a:cs typeface="함초롬돋움" pitchFamily="50" charset="-127"/>
                        </a:rPr>
                        <a:t>박시우</a:t>
                      </a:r>
                      <a:r>
                        <a:rPr lang="en-US" altLang="ko-KR" sz="2800" baseline="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함초롬돋움" pitchFamily="50" charset="-127"/>
                          <a:ea typeface="함초롬돋움" pitchFamily="50" charset="-127"/>
                          <a:cs typeface="함초롬돋움" pitchFamily="50" charset="-127"/>
                        </a:rPr>
                        <a:t>:  GPT</a:t>
                      </a:r>
                      <a:r>
                        <a:rPr lang="ko-KR" altLang="en-US" sz="2800" baseline="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함초롬돋움" pitchFamily="50" charset="-127"/>
                          <a:ea typeface="함초롬돋움" pitchFamily="50" charset="-127"/>
                          <a:cs typeface="함초롬돋움" pitchFamily="50" charset="-127"/>
                        </a:rPr>
                        <a:t> 기능 담당</a:t>
                      </a:r>
                      <a:r>
                        <a:rPr lang="en-US" altLang="ko-KR" sz="2800" baseline="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함초롬돋움" pitchFamily="50" charset="-127"/>
                          <a:ea typeface="함초롬돋움" pitchFamily="50" charset="-127"/>
                          <a:cs typeface="함초롬돋움" pitchFamily="50" charset="-127"/>
                        </a:rPr>
                        <a:t>, GCP(</a:t>
                      </a:r>
                      <a:r>
                        <a:rPr lang="ko-KR" altLang="en-US" sz="2800" baseline="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함초롬돋움" pitchFamily="50" charset="-127"/>
                          <a:ea typeface="함초롬돋움" pitchFamily="50" charset="-127"/>
                          <a:cs typeface="함초롬돋움" pitchFamily="50" charset="-127"/>
                        </a:rPr>
                        <a:t>서버통신</a:t>
                      </a:r>
                      <a:r>
                        <a:rPr lang="en-US" altLang="ko-KR" sz="2800" baseline="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함초롬돋움" pitchFamily="50" charset="-127"/>
                          <a:ea typeface="함초롬돋움" pitchFamily="50" charset="-127"/>
                          <a:cs typeface="함초롬돋움" pitchFamily="50" charset="-127"/>
                        </a:rPr>
                        <a:t>)</a:t>
                      </a:r>
                      <a:r>
                        <a:rPr lang="ko-KR" altLang="en-US" sz="2800" baseline="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함초롬돋움" pitchFamily="50" charset="-127"/>
                          <a:ea typeface="함초롬돋움" pitchFamily="50" charset="-127"/>
                          <a:cs typeface="함초롬돋움" pitchFamily="50" charset="-127"/>
                        </a:rPr>
                        <a:t>담당</a:t>
                      </a:r>
                      <a:r>
                        <a:rPr lang="en-US" altLang="ko-KR" sz="2800" baseline="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함초롬돋움" pitchFamily="50" charset="-127"/>
                          <a:ea typeface="함초롬돋움" pitchFamily="50" charset="-127"/>
                          <a:cs typeface="함초롬돋움" pitchFamily="50" charset="-127"/>
                        </a:rPr>
                        <a:t>, DB</a:t>
                      </a:r>
                      <a:r>
                        <a:rPr lang="ko-KR" altLang="en-US" sz="2800" baseline="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함초롬돋움" pitchFamily="50" charset="-127"/>
                          <a:ea typeface="함초롬돋움" pitchFamily="50" charset="-127"/>
                          <a:cs typeface="함초롬돋움" pitchFamily="50" charset="-127"/>
                        </a:rPr>
                        <a:t>담당</a:t>
                      </a:r>
                      <a:r>
                        <a:rPr lang="en-US" altLang="ko-KR" sz="2800" baseline="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함초롬돋움" pitchFamily="50" charset="-127"/>
                          <a:ea typeface="함초롬돋움" pitchFamily="50" charset="-127"/>
                          <a:cs typeface="함초롬돋움" pitchFamily="50" charset="-127"/>
                        </a:rPr>
                        <a:t>, UI</a:t>
                      </a:r>
                      <a:r>
                        <a:rPr lang="ko-KR" altLang="en-US" sz="2800" baseline="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함초롬돋움" pitchFamily="50" charset="-127"/>
                          <a:ea typeface="함초롬돋움" pitchFamily="50" charset="-127"/>
                          <a:cs typeface="함초롬돋움" pitchFamily="50" charset="-127"/>
                        </a:rPr>
                        <a:t>보조</a:t>
                      </a:r>
                      <a:r>
                        <a:rPr lang="en-US" altLang="ko-KR" sz="2800" baseline="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함초롬돋움" pitchFamily="50" charset="-127"/>
                          <a:ea typeface="함초롬돋움" pitchFamily="50" charset="-127"/>
                          <a:cs typeface="함초롬돋움" pitchFamily="50" charset="-127"/>
                        </a:rPr>
                        <a:t>, </a:t>
                      </a:r>
                      <a:r>
                        <a:rPr lang="ko-KR" altLang="en-US" sz="2800" baseline="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함초롬돋움" pitchFamily="50" charset="-127"/>
                          <a:ea typeface="함초롬돋움" pitchFamily="50" charset="-127"/>
                          <a:cs typeface="함초롬돋움" pitchFamily="50" charset="-127"/>
                        </a:rPr>
                        <a:t>지도기능 보조</a:t>
                      </a:r>
                      <a:endParaRPr lang="en-US" altLang="ko-KR" sz="2800" baseline="0" dirty="0">
                        <a:solidFill>
                          <a:schemeClr val="tx2">
                            <a:lumMod val="25000"/>
                          </a:schemeClr>
                        </a:solidFill>
                        <a:latin typeface="함초롬돋움" pitchFamily="50" charset="-127"/>
                        <a:ea typeface="함초롬돋움" pitchFamily="50" charset="-127"/>
                        <a:cs typeface="함초롬돋움" pitchFamily="50" charset="-127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2800" baseline="0" dirty="0" err="1">
                          <a:solidFill>
                            <a:schemeClr val="tx2">
                              <a:lumMod val="25000"/>
                            </a:schemeClr>
                          </a:solidFill>
                          <a:latin typeface="함초롬돋움" pitchFamily="50" charset="-127"/>
                          <a:ea typeface="함초롬돋움" pitchFamily="50" charset="-127"/>
                          <a:cs typeface="함초롬돋움" pitchFamily="50" charset="-127"/>
                        </a:rPr>
                        <a:t>심대현</a:t>
                      </a:r>
                      <a:r>
                        <a:rPr lang="en-US" altLang="ko-KR" sz="2800" baseline="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함초롬돋움" pitchFamily="50" charset="-127"/>
                          <a:ea typeface="함초롬돋움" pitchFamily="50" charset="-127"/>
                          <a:cs typeface="함초롬돋움" pitchFamily="50" charset="-127"/>
                        </a:rPr>
                        <a:t>:  </a:t>
                      </a:r>
                      <a:r>
                        <a:rPr lang="ko-KR" altLang="en-US" sz="2800" baseline="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함초롬돋움" pitchFamily="50" charset="-127"/>
                          <a:ea typeface="함초롬돋움" pitchFamily="50" charset="-127"/>
                          <a:cs typeface="함초롬돋움" pitchFamily="50" charset="-127"/>
                        </a:rPr>
                        <a:t>지도 기능 담당</a:t>
                      </a:r>
                      <a:r>
                        <a:rPr lang="en-US" altLang="ko-KR" sz="2800" baseline="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함초롬돋움" pitchFamily="50" charset="-127"/>
                          <a:ea typeface="함초롬돋움" pitchFamily="50" charset="-127"/>
                          <a:cs typeface="함초롬돋움" pitchFamily="50" charset="-127"/>
                        </a:rPr>
                        <a:t>, UI</a:t>
                      </a:r>
                      <a:r>
                        <a:rPr lang="ko-KR" altLang="en-US" sz="2800" baseline="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함초롬돋움" pitchFamily="50" charset="-127"/>
                          <a:ea typeface="함초롬돋움" pitchFamily="50" charset="-127"/>
                          <a:cs typeface="함초롬돋움" pitchFamily="50" charset="-127"/>
                        </a:rPr>
                        <a:t>보조</a:t>
                      </a:r>
                      <a:r>
                        <a:rPr lang="en-US" altLang="ko-KR" sz="2800" baseline="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함초롬돋움" pitchFamily="50" charset="-127"/>
                          <a:ea typeface="함초롬돋움" pitchFamily="50" charset="-127"/>
                          <a:cs typeface="함초롬돋움" pitchFamily="50" charset="-127"/>
                        </a:rPr>
                        <a:t>, DB</a:t>
                      </a:r>
                      <a:r>
                        <a:rPr lang="ko-KR" altLang="en-US" sz="2800" baseline="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함초롬돋움" pitchFamily="50" charset="-127"/>
                          <a:ea typeface="함초롬돋움" pitchFamily="50" charset="-127"/>
                          <a:cs typeface="함초롬돋움" pitchFamily="50" charset="-127"/>
                        </a:rPr>
                        <a:t>보조</a:t>
                      </a:r>
                      <a:r>
                        <a:rPr lang="en-US" altLang="ko-KR" sz="2800" baseline="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함초롬돋움" pitchFamily="50" charset="-127"/>
                          <a:ea typeface="함초롬돋움" pitchFamily="50" charset="-127"/>
                          <a:cs typeface="함초롬돋움" pitchFamily="50" charset="-127"/>
                        </a:rPr>
                        <a:t>, GPT</a:t>
                      </a:r>
                      <a:r>
                        <a:rPr lang="ko-KR" altLang="en-US" sz="2800" baseline="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함초롬돋움" pitchFamily="50" charset="-127"/>
                          <a:ea typeface="함초롬돋움" pitchFamily="50" charset="-127"/>
                          <a:cs typeface="함초롬돋움" pitchFamily="50" charset="-127"/>
                        </a:rPr>
                        <a:t> 기능 보조 </a:t>
                      </a:r>
                      <a:r>
                        <a:rPr lang="en-US" altLang="ko-KR" sz="2800" baseline="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함초롬돋움" pitchFamily="50" charset="-127"/>
                          <a:ea typeface="함초롬돋움" pitchFamily="50" charset="-127"/>
                          <a:cs typeface="함초롬돋움" pitchFamily="50" charset="-127"/>
                        </a:rPr>
                        <a:t>/ </a:t>
                      </a:r>
                      <a:r>
                        <a:rPr lang="ko-KR" altLang="en-US" sz="2800" baseline="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함초롬돋움" pitchFamily="50" charset="-127"/>
                          <a:ea typeface="함초롬돋움" pitchFamily="50" charset="-127"/>
                          <a:cs typeface="함초롬돋움" pitchFamily="50" charset="-127"/>
                        </a:rPr>
                        <a:t>김수민</a:t>
                      </a:r>
                      <a:r>
                        <a:rPr lang="en-US" altLang="ko-KR" sz="2800" baseline="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함초롬돋움" pitchFamily="50" charset="-127"/>
                          <a:ea typeface="함초롬돋움" pitchFamily="50" charset="-127"/>
                          <a:cs typeface="함초롬돋움" pitchFamily="50" charset="-127"/>
                        </a:rPr>
                        <a:t>:  </a:t>
                      </a:r>
                      <a:r>
                        <a:rPr lang="ko-KR" altLang="en-US" sz="2800" baseline="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함초롬돋움" pitchFamily="50" charset="-127"/>
                          <a:ea typeface="함초롬돋움" pitchFamily="50" charset="-127"/>
                          <a:cs typeface="함초롬돋움" pitchFamily="50" charset="-127"/>
                        </a:rPr>
                        <a:t>코드 첨삭</a:t>
                      </a:r>
                      <a:endParaRPr lang="en-US" altLang="ko-KR" sz="2800" baseline="0" dirty="0">
                        <a:solidFill>
                          <a:schemeClr val="tx2">
                            <a:lumMod val="25000"/>
                          </a:schemeClr>
                        </a:solidFill>
                        <a:latin typeface="함초롬돋움" pitchFamily="50" charset="-127"/>
                        <a:ea typeface="함초롬돋움" pitchFamily="50" charset="-127"/>
                        <a:cs typeface="함초롬돋움" pitchFamily="50" charset="-127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2800" baseline="0" dirty="0" err="1">
                          <a:solidFill>
                            <a:schemeClr val="tx2">
                              <a:lumMod val="25000"/>
                            </a:schemeClr>
                          </a:solidFill>
                          <a:latin typeface="함초롬돋움" pitchFamily="50" charset="-127"/>
                          <a:ea typeface="함초롬돋움" pitchFamily="50" charset="-127"/>
                          <a:cs typeface="함초롬돋움" pitchFamily="50" charset="-127"/>
                        </a:rPr>
                        <a:t>최원창</a:t>
                      </a:r>
                      <a:r>
                        <a:rPr lang="en-US" altLang="ko-KR" sz="2800" baseline="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함초롬돋움" pitchFamily="50" charset="-127"/>
                          <a:ea typeface="함초롬돋움" pitchFamily="50" charset="-127"/>
                          <a:cs typeface="함초롬돋움" pitchFamily="50" charset="-127"/>
                        </a:rPr>
                        <a:t>:  UI</a:t>
                      </a:r>
                      <a:r>
                        <a:rPr lang="ko-KR" altLang="en-US" sz="2800" baseline="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함초롬돋움" pitchFamily="50" charset="-127"/>
                          <a:ea typeface="함초롬돋움" pitchFamily="50" charset="-127"/>
                          <a:cs typeface="함초롬돋움" pitchFamily="50" charset="-127"/>
                        </a:rPr>
                        <a:t>담당</a:t>
                      </a:r>
                      <a:r>
                        <a:rPr lang="en-US" altLang="ko-KR" sz="2800" baseline="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함초롬돋움" pitchFamily="50" charset="-127"/>
                          <a:ea typeface="함초롬돋움" pitchFamily="50" charset="-127"/>
                          <a:cs typeface="함초롬돋움" pitchFamily="50" charset="-127"/>
                        </a:rPr>
                        <a:t>, GPT</a:t>
                      </a:r>
                      <a:r>
                        <a:rPr lang="ko-KR" altLang="en-US" sz="2800" baseline="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함초롬돋움" pitchFamily="50" charset="-127"/>
                          <a:ea typeface="함초롬돋움" pitchFamily="50" charset="-127"/>
                          <a:cs typeface="함초롬돋움" pitchFamily="50" charset="-127"/>
                        </a:rPr>
                        <a:t> 기능 담당</a:t>
                      </a:r>
                      <a:r>
                        <a:rPr lang="en-US" altLang="ko-KR" sz="2800" baseline="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함초롬돋움" pitchFamily="50" charset="-127"/>
                          <a:ea typeface="함초롬돋움" pitchFamily="50" charset="-127"/>
                          <a:cs typeface="함초롬돋움" pitchFamily="50" charset="-127"/>
                        </a:rPr>
                        <a:t>, GCP(</a:t>
                      </a:r>
                      <a:r>
                        <a:rPr lang="ko-KR" altLang="en-US" sz="2800" baseline="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함초롬돋움" pitchFamily="50" charset="-127"/>
                          <a:ea typeface="함초롬돋움" pitchFamily="50" charset="-127"/>
                          <a:cs typeface="함초롬돋움" pitchFamily="50" charset="-127"/>
                        </a:rPr>
                        <a:t>서버통신</a:t>
                      </a:r>
                      <a:r>
                        <a:rPr lang="en-US" altLang="ko-KR" sz="2800" baseline="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함초롬돋움" pitchFamily="50" charset="-127"/>
                          <a:ea typeface="함초롬돋움" pitchFamily="50" charset="-127"/>
                          <a:cs typeface="함초롬돋움" pitchFamily="50" charset="-127"/>
                        </a:rPr>
                        <a:t>)</a:t>
                      </a:r>
                      <a:r>
                        <a:rPr lang="ko-KR" altLang="en-US" sz="2800" baseline="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함초롬돋움" pitchFamily="50" charset="-127"/>
                          <a:ea typeface="함초롬돋움" pitchFamily="50" charset="-127"/>
                          <a:cs typeface="함초롬돋움" pitchFamily="50" charset="-127"/>
                        </a:rPr>
                        <a:t>보조 </a:t>
                      </a:r>
                      <a:r>
                        <a:rPr lang="en-US" altLang="ko-KR" sz="2800" baseline="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함초롬돋움" pitchFamily="50" charset="-127"/>
                          <a:ea typeface="함초롬돋움" pitchFamily="50" charset="-127"/>
                          <a:cs typeface="함초롬돋움" pitchFamily="50" charset="-127"/>
                        </a:rPr>
                        <a:t>/ </a:t>
                      </a:r>
                      <a:r>
                        <a:rPr lang="ko-KR" altLang="en-US" sz="2800" baseline="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함초롬돋움" pitchFamily="50" charset="-127"/>
                          <a:ea typeface="함초롬돋움" pitchFamily="50" charset="-127"/>
                          <a:cs typeface="함초롬돋움" pitchFamily="50" charset="-127"/>
                        </a:rPr>
                        <a:t>이종훈</a:t>
                      </a:r>
                      <a:r>
                        <a:rPr lang="en-US" altLang="ko-KR" sz="2800" baseline="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함초롬돋움" pitchFamily="50" charset="-127"/>
                          <a:ea typeface="함초롬돋움" pitchFamily="50" charset="-127"/>
                          <a:cs typeface="함초롬돋움" pitchFamily="50" charset="-127"/>
                        </a:rPr>
                        <a:t>:  UI</a:t>
                      </a:r>
                      <a:r>
                        <a:rPr lang="ko-KR" altLang="en-US" sz="2800" baseline="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함초롬돋움" pitchFamily="50" charset="-127"/>
                          <a:ea typeface="함초롬돋움" pitchFamily="50" charset="-127"/>
                          <a:cs typeface="함초롬돋움" pitchFamily="50" charset="-127"/>
                        </a:rPr>
                        <a:t>보조</a:t>
                      </a:r>
                      <a:r>
                        <a:rPr lang="en-US" altLang="ko-KR" sz="2800" baseline="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함초롬돋움" pitchFamily="50" charset="-127"/>
                          <a:ea typeface="함초롬돋움" pitchFamily="50" charset="-127"/>
                          <a:cs typeface="함초롬돋움" pitchFamily="50" charset="-127"/>
                        </a:rPr>
                        <a:t>, </a:t>
                      </a:r>
                      <a:r>
                        <a:rPr lang="ko-KR" altLang="en-US" sz="2800" baseline="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함초롬돋움" pitchFamily="50" charset="-127"/>
                          <a:ea typeface="함초롬돋움" pitchFamily="50" charset="-127"/>
                          <a:cs typeface="함초롬돋움" pitchFamily="50" charset="-127"/>
                        </a:rPr>
                        <a:t>지도기능 보조</a:t>
                      </a:r>
                      <a:r>
                        <a:rPr lang="en-US" altLang="ko-KR" sz="2800" baseline="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함초롬돋움" pitchFamily="50" charset="-127"/>
                          <a:ea typeface="함초롬돋움" pitchFamily="50" charset="-127"/>
                          <a:cs typeface="함초롬돋움" pitchFamily="50" charset="-127"/>
                        </a:rPr>
                        <a:t>, DB</a:t>
                      </a:r>
                      <a:r>
                        <a:rPr lang="ko-KR" altLang="en-US" sz="2800" baseline="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함초롬돋움" pitchFamily="50" charset="-127"/>
                          <a:ea typeface="함초롬돋움" pitchFamily="50" charset="-127"/>
                          <a:cs typeface="함초롬돋움" pitchFamily="50" charset="-127"/>
                        </a:rPr>
                        <a:t>보조</a:t>
                      </a:r>
                      <a:endParaRPr lang="en-US" altLang="ko-KR" sz="2800" baseline="0" dirty="0">
                        <a:solidFill>
                          <a:schemeClr val="tx2">
                            <a:lumMod val="25000"/>
                          </a:schemeClr>
                        </a:solidFill>
                        <a:latin typeface="함초롬돋움" pitchFamily="50" charset="-127"/>
                        <a:ea typeface="함초롬돋움" pitchFamily="50" charset="-127"/>
                        <a:cs typeface="함초롬돋움" pitchFamily="50" charset="-127"/>
                      </a:endParaRPr>
                    </a:p>
                  </a:txBody>
                  <a:tcPr marL="285115" marR="285115" marT="142558" marB="14255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773604"/>
                  </a:ext>
                </a:extLst>
              </a:tr>
              <a:tr h="667202">
                <a:tc>
                  <a:txBody>
                    <a:bodyPr/>
                    <a:lstStyle/>
                    <a:p>
                      <a:pPr algn="dist" latinLnBrk="1"/>
                      <a:r>
                        <a:rPr lang="ko-KR" altLang="ko-KR" sz="2800" b="1" dirty="0">
                          <a:solidFill>
                            <a:srgbClr val="063C64"/>
                          </a:solidFill>
                          <a:latin typeface="+mj-ea"/>
                          <a:ea typeface="+mj-ea"/>
                          <a:sym typeface="Arial"/>
                        </a:rPr>
                        <a:t>개 발 도 구 </a:t>
                      </a:r>
                      <a:endParaRPr lang="ko-KR" altLang="en-US" sz="2800" dirty="0">
                        <a:latin typeface="+mj-ea"/>
                        <a:ea typeface="+mj-ea"/>
                      </a:endParaRPr>
                    </a:p>
                  </a:txBody>
                  <a:tcPr marL="285115" marR="285115" marT="142558" marB="14255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500" baseline="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함초롬돋움" pitchFamily="50" charset="-127"/>
                          <a:ea typeface="함초롬돋움" pitchFamily="50" charset="-127"/>
                          <a:cs typeface="함초롬돋움" pitchFamily="50" charset="-127"/>
                        </a:rPr>
                        <a:t>Android Studio, Java, XML, Gradle, Google Cloud Platform(GCP), PHP</a:t>
                      </a:r>
                    </a:p>
                  </a:txBody>
                  <a:tcPr marL="285115" marR="285115" marT="142558" marB="14255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4180710"/>
                  </a:ext>
                </a:extLst>
              </a:tr>
            </a:tbl>
          </a:graphicData>
        </a:graphic>
      </p:graphicFrame>
      <p:sp>
        <p:nvSpPr>
          <p:cNvPr id="30" name="Google Shape;103;p13">
            <a:extLst>
              <a:ext uri="{FF2B5EF4-FFF2-40B4-BE49-F238E27FC236}">
                <a16:creationId xmlns:a16="http://schemas.microsoft.com/office/drawing/2014/main" id="{ACADC496-E434-D22E-9506-A2ACD50E174C}"/>
              </a:ext>
            </a:extLst>
          </p:cNvPr>
          <p:cNvSpPr/>
          <p:nvPr/>
        </p:nvSpPr>
        <p:spPr>
          <a:xfrm>
            <a:off x="1261764" y="16948111"/>
            <a:ext cx="7409323" cy="898100"/>
          </a:xfrm>
          <a:prstGeom prst="roundRect">
            <a:avLst>
              <a:gd name="adj" fmla="val 16667"/>
            </a:avLst>
          </a:prstGeom>
          <a:solidFill>
            <a:srgbClr val="063C64"/>
          </a:solidFill>
          <a:ln w="9525" cap="flat" cmpd="sng">
            <a:solidFill>
              <a:srgbClr val="DDF4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85068" tIns="142495" rIns="285068" bIns="142495" anchor="ctr" anchorCtr="0">
            <a:noAutofit/>
          </a:bodyPr>
          <a:lstStyle/>
          <a:p>
            <a:pPr algn="ctr"/>
            <a:r>
              <a:rPr lang="ko-KR" altLang="en-US" sz="3742" b="1" dirty="0">
                <a:solidFill>
                  <a:schemeClr val="lt1"/>
                </a:solidFill>
                <a:latin typeface="+mj-ea"/>
                <a:ea typeface="+mj-ea"/>
                <a:cs typeface="Libre Franklin"/>
                <a:sym typeface="Libre Franklin"/>
              </a:rPr>
              <a:t>작품소개</a:t>
            </a:r>
            <a:endParaRPr sz="3742" b="1" dirty="0">
              <a:solidFill>
                <a:schemeClr val="lt1"/>
              </a:solidFill>
              <a:latin typeface="+mj-ea"/>
              <a:ea typeface="+mj-ea"/>
              <a:cs typeface="Libre Franklin"/>
              <a:sym typeface="Libre Franklin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1B1B506-83DC-CE43-ACD7-C5D6B00454EF}"/>
              </a:ext>
            </a:extLst>
          </p:cNvPr>
          <p:cNvSpPr/>
          <p:nvPr/>
        </p:nvSpPr>
        <p:spPr>
          <a:xfrm>
            <a:off x="1261750" y="26910907"/>
            <a:ext cx="7409323" cy="898100"/>
          </a:xfrm>
          <a:prstGeom prst="roundRect">
            <a:avLst>
              <a:gd name="adj" fmla="val 16667"/>
            </a:avLst>
          </a:prstGeom>
          <a:solidFill>
            <a:srgbClr val="063C64"/>
          </a:solidFill>
          <a:ln w="9525" cap="flat" cmpd="sng">
            <a:solidFill>
              <a:srgbClr val="DDF4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85068" tIns="142495" rIns="285068" bIns="142495" anchor="ctr" anchorCtr="0">
            <a:noAutofit/>
          </a:bodyPr>
          <a:lstStyle/>
          <a:p>
            <a:pPr algn="ctr"/>
            <a:r>
              <a:rPr lang="ko-KR" altLang="en-US" sz="3742" b="1" dirty="0">
                <a:solidFill>
                  <a:schemeClr val="lt1"/>
                </a:solidFill>
                <a:latin typeface="+mj-ea"/>
                <a:ea typeface="+mj-ea"/>
                <a:cs typeface="Libre Franklin"/>
                <a:sym typeface="Libre Franklin"/>
              </a:rPr>
              <a:t>기업 연계 내용</a:t>
            </a:r>
            <a:endParaRPr sz="3742" b="1" dirty="0">
              <a:solidFill>
                <a:schemeClr val="lt1"/>
              </a:solidFill>
              <a:latin typeface="+mj-ea"/>
              <a:ea typeface="+mj-ea"/>
              <a:cs typeface="Libre Franklin"/>
              <a:sym typeface="Libre Franklin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34F9960-AFB1-C59D-E57A-20DBE66A41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3292385"/>
              </p:ext>
            </p:extLst>
          </p:nvPr>
        </p:nvGraphicFramePr>
        <p:xfrm>
          <a:off x="1261764" y="27790317"/>
          <a:ext cx="18952979" cy="21355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7864">
                  <a:extLst>
                    <a:ext uri="{9D8B030D-6E8A-4147-A177-3AD203B41FA5}">
                      <a16:colId xmlns:a16="http://schemas.microsoft.com/office/drawing/2014/main" val="687317377"/>
                    </a:ext>
                  </a:extLst>
                </a:gridCol>
                <a:gridCol w="16185115">
                  <a:extLst>
                    <a:ext uri="{9D8B030D-6E8A-4147-A177-3AD203B41FA5}">
                      <a16:colId xmlns:a16="http://schemas.microsoft.com/office/drawing/2014/main" val="792893763"/>
                    </a:ext>
                  </a:extLst>
                </a:gridCol>
              </a:tblGrid>
              <a:tr h="639543">
                <a:tc>
                  <a:txBody>
                    <a:bodyPr/>
                    <a:lstStyle/>
                    <a:p>
                      <a:pPr algn="dist" latinLnBrk="1"/>
                      <a:r>
                        <a:rPr lang="ko-KR" altLang="ko-KR" sz="2800" b="1" dirty="0">
                          <a:solidFill>
                            <a:srgbClr val="063C64"/>
                          </a:solidFill>
                          <a:latin typeface="+mj-ea"/>
                          <a:ea typeface="+mj-ea"/>
                        </a:rPr>
                        <a:t>참</a:t>
                      </a:r>
                      <a:r>
                        <a:rPr lang="en-US" altLang="ko-KR" sz="2800" b="1" dirty="0">
                          <a:solidFill>
                            <a:srgbClr val="063C64"/>
                          </a:solidFill>
                          <a:latin typeface="+mj-ea"/>
                          <a:ea typeface="+mj-ea"/>
                        </a:rPr>
                        <a:t> </a:t>
                      </a:r>
                      <a:r>
                        <a:rPr lang="ko-KR" altLang="ko-KR" sz="2800" b="1" dirty="0">
                          <a:solidFill>
                            <a:srgbClr val="063C64"/>
                          </a:solidFill>
                          <a:latin typeface="+mj-ea"/>
                          <a:ea typeface="+mj-ea"/>
                        </a:rPr>
                        <a:t>여</a:t>
                      </a:r>
                      <a:r>
                        <a:rPr lang="en-US" altLang="ko-KR" sz="2800" b="1" dirty="0">
                          <a:solidFill>
                            <a:srgbClr val="063C64"/>
                          </a:solidFill>
                          <a:latin typeface="+mj-ea"/>
                          <a:ea typeface="+mj-ea"/>
                        </a:rPr>
                        <a:t> </a:t>
                      </a:r>
                      <a:r>
                        <a:rPr lang="ko-KR" altLang="ko-KR" sz="2800" b="1" dirty="0">
                          <a:solidFill>
                            <a:srgbClr val="063C64"/>
                          </a:solidFill>
                          <a:latin typeface="+mj-ea"/>
                          <a:ea typeface="+mj-ea"/>
                        </a:rPr>
                        <a:t>업</a:t>
                      </a:r>
                      <a:r>
                        <a:rPr lang="en-US" altLang="ko-KR" sz="2800" b="1" dirty="0">
                          <a:solidFill>
                            <a:srgbClr val="063C64"/>
                          </a:solidFill>
                          <a:latin typeface="+mj-ea"/>
                          <a:ea typeface="+mj-ea"/>
                        </a:rPr>
                        <a:t> </a:t>
                      </a:r>
                      <a:r>
                        <a:rPr lang="ko-KR" altLang="ko-KR" sz="2800" b="1" dirty="0">
                          <a:solidFill>
                            <a:srgbClr val="063C64"/>
                          </a:solidFill>
                          <a:latin typeface="+mj-ea"/>
                          <a:ea typeface="+mj-ea"/>
                        </a:rPr>
                        <a:t>체</a:t>
                      </a:r>
                      <a:r>
                        <a:rPr lang="en-US" altLang="ko-KR" sz="2800" b="1" dirty="0">
                          <a:solidFill>
                            <a:srgbClr val="063C64"/>
                          </a:solidFill>
                          <a:latin typeface="+mj-ea"/>
                          <a:ea typeface="+mj-ea"/>
                        </a:rPr>
                        <a:t> </a:t>
                      </a:r>
                      <a:endParaRPr lang="ko-KR" altLang="en-US" sz="2800" dirty="0">
                        <a:latin typeface="+mj-ea"/>
                        <a:ea typeface="+mj-ea"/>
                      </a:endParaRPr>
                    </a:p>
                  </a:txBody>
                  <a:tcPr marL="285115" marR="285115" marT="142558" marB="14255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2800" b="1" dirty="0">
                          <a:solidFill>
                            <a:srgbClr val="063C64"/>
                          </a:solidFill>
                          <a:latin typeface="+mj-ea"/>
                          <a:ea typeface="+mj-ea"/>
                          <a:cs typeface="Gulim"/>
                          <a:sym typeface="Gulim"/>
                        </a:rPr>
                        <a:t>㈜ </a:t>
                      </a:r>
                      <a:r>
                        <a:rPr lang="ko-KR" altLang="en-US" sz="2800" b="1" dirty="0" err="1">
                          <a:solidFill>
                            <a:srgbClr val="063C64"/>
                          </a:solidFill>
                          <a:latin typeface="+mj-ea"/>
                          <a:ea typeface="+mj-ea"/>
                          <a:cs typeface="Gulim"/>
                          <a:sym typeface="Gulim"/>
                        </a:rPr>
                        <a:t>데이텍</a:t>
                      </a:r>
                      <a:endParaRPr lang="ko-KR" altLang="en-US" sz="2800" b="1" dirty="0">
                        <a:solidFill>
                          <a:srgbClr val="063C64"/>
                        </a:solidFill>
                        <a:latin typeface="+mj-ea"/>
                        <a:ea typeface="+mj-ea"/>
                        <a:cs typeface="Gulim"/>
                        <a:sym typeface="Gulim"/>
                      </a:endParaRPr>
                    </a:p>
                  </a:txBody>
                  <a:tcPr marL="285115" marR="285115" marT="142558" marB="14255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140292"/>
                  </a:ext>
                </a:extLst>
              </a:tr>
              <a:tr h="639543">
                <a:tc>
                  <a:txBody>
                    <a:bodyPr/>
                    <a:lstStyle/>
                    <a:p>
                      <a:pPr algn="dist" latinLnBrk="1"/>
                      <a:r>
                        <a:rPr lang="ko-KR" altLang="ko-KR" sz="2800" b="1" dirty="0">
                          <a:solidFill>
                            <a:srgbClr val="063C64"/>
                          </a:solidFill>
                          <a:latin typeface="+mj-ea"/>
                          <a:ea typeface="+mj-ea"/>
                        </a:rPr>
                        <a:t>업체</a:t>
                      </a:r>
                      <a:r>
                        <a:rPr lang="ko-KR" altLang="en-US" sz="2800" b="1" dirty="0">
                          <a:solidFill>
                            <a:srgbClr val="063C64"/>
                          </a:solidFill>
                          <a:latin typeface="+mj-ea"/>
                          <a:ea typeface="+mj-ea"/>
                        </a:rPr>
                        <a:t>요</a:t>
                      </a:r>
                      <a:r>
                        <a:rPr lang="ko-KR" altLang="ko-KR" sz="2800" b="1" dirty="0">
                          <a:solidFill>
                            <a:srgbClr val="063C64"/>
                          </a:solidFill>
                          <a:latin typeface="+mj-ea"/>
                          <a:ea typeface="+mj-ea"/>
                        </a:rPr>
                        <a:t>구사항</a:t>
                      </a:r>
                      <a:r>
                        <a:rPr lang="ko-KR" altLang="ko-KR" sz="2800" b="1" dirty="0">
                          <a:solidFill>
                            <a:srgbClr val="063C64"/>
                          </a:solidFill>
                          <a:latin typeface="+mj-ea"/>
                          <a:ea typeface="+mj-ea"/>
                          <a:sym typeface="Arial"/>
                        </a:rPr>
                        <a:t> </a:t>
                      </a:r>
                      <a:endParaRPr lang="ko-KR" altLang="en-US" sz="2800" dirty="0">
                        <a:latin typeface="+mj-ea"/>
                        <a:ea typeface="+mj-ea"/>
                      </a:endParaRPr>
                    </a:p>
                  </a:txBody>
                  <a:tcPr marL="285115" marR="285115" marT="142558" marB="142558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800" dirty="0">
                          <a:latin typeface="+mj-ea"/>
                          <a:ea typeface="+mj-ea"/>
                        </a:rPr>
                        <a:t>기존의 구축된 데이터를 기반으로 생성형 인공지능을 활용한 문장 생성 기능</a:t>
                      </a:r>
                    </a:p>
                  </a:txBody>
                  <a:tcPr marL="285115" marR="285115" marT="142558" marB="142558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251144"/>
                  </a:ext>
                </a:extLst>
              </a:tr>
              <a:tr h="639543">
                <a:tc>
                  <a:txBody>
                    <a:bodyPr/>
                    <a:lstStyle/>
                    <a:p>
                      <a:pPr algn="dist" latinLnBrk="1"/>
                      <a:r>
                        <a:rPr lang="ko-KR" altLang="ko-KR" sz="2800" b="1" dirty="0">
                          <a:solidFill>
                            <a:srgbClr val="063C64"/>
                          </a:solidFill>
                          <a:latin typeface="+mj-ea"/>
                          <a:ea typeface="+mj-ea"/>
                        </a:rPr>
                        <a:t>업체</a:t>
                      </a:r>
                      <a:r>
                        <a:rPr lang="ko-KR" altLang="en-US" sz="2800" b="1" dirty="0">
                          <a:solidFill>
                            <a:srgbClr val="063C64"/>
                          </a:solidFill>
                          <a:latin typeface="+mj-ea"/>
                          <a:ea typeface="+mj-ea"/>
                        </a:rPr>
                        <a:t>기대효과</a:t>
                      </a:r>
                      <a:endParaRPr lang="ko-KR" altLang="en-US" sz="2800" dirty="0">
                        <a:latin typeface="+mj-ea"/>
                        <a:ea typeface="+mj-ea"/>
                      </a:endParaRPr>
                    </a:p>
                  </a:txBody>
                  <a:tcPr marL="285115" marR="285115" marT="142558" marB="14255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2800">
                          <a:latin typeface="+mj-ea"/>
                          <a:ea typeface="+mj-ea"/>
                        </a:rPr>
                        <a:t>자연어 기반의 인터페이스를 통한 애플리케이션 구현에 활용 효과</a:t>
                      </a:r>
                      <a:endParaRPr lang="ko-KR" altLang="en-US" sz="2800" dirty="0">
                        <a:latin typeface="+mj-ea"/>
                        <a:ea typeface="+mj-ea"/>
                      </a:endParaRPr>
                    </a:p>
                  </a:txBody>
                  <a:tcPr marL="285115" marR="285115" marT="142558" marB="14255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6888293"/>
                  </a:ext>
                </a:extLst>
              </a:tr>
            </a:tbl>
          </a:graphicData>
        </a:graphic>
      </p:graphicFrame>
      <p:grpSp>
        <p:nvGrpSpPr>
          <p:cNvPr id="13" name="그룹 12">
            <a:extLst>
              <a:ext uri="{FF2B5EF4-FFF2-40B4-BE49-F238E27FC236}">
                <a16:creationId xmlns:a16="http://schemas.microsoft.com/office/drawing/2014/main" id="{BCD52C2B-57ED-DB7B-A8F9-2E34CAA7F564}"/>
              </a:ext>
            </a:extLst>
          </p:cNvPr>
          <p:cNvGrpSpPr/>
          <p:nvPr/>
        </p:nvGrpSpPr>
        <p:grpSpPr>
          <a:xfrm>
            <a:off x="277090" y="5954573"/>
            <a:ext cx="20829445" cy="10711005"/>
            <a:chOff x="277090" y="6456022"/>
            <a:chExt cx="20829445" cy="10711005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9A721155-B7BF-66DD-B7E1-AC43F8FA10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7090" y="6456596"/>
              <a:ext cx="4091862" cy="9093026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7FA5FF43-D8DD-BDAD-1A31-8802FFDE36A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59763" y="6456022"/>
              <a:ext cx="4092120" cy="9093600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9DBE3329-D2EF-D24F-3C40-40402EA2377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631484" y="6456022"/>
              <a:ext cx="4092120" cy="9093600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7FDB7EBF-7B2A-D6A6-0E44-A515B8754C2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842232" y="8073427"/>
              <a:ext cx="4092120" cy="9093600"/>
            </a:xfrm>
            <a:prstGeom prst="rect">
              <a:avLst/>
            </a:prstGeom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A7CCB060-9AF2-67B5-6332-C1B004196AD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7014415" y="6456309"/>
              <a:ext cx="4092120" cy="9093600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C142D6CA-1F8C-8326-2BC6-5AF719B1646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4449016" y="8073427"/>
              <a:ext cx="4092120" cy="9093600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FA03C754-1DFC-CEA5-D337-10C77824787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645624" y="8028550"/>
              <a:ext cx="4092120" cy="9093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95832924"/>
      </p:ext>
    </p:extLst>
  </p:cSld>
  <p:clrMapOvr>
    <a:masterClrMapping/>
  </p:clrMapOvr>
</p:sld>
</file>

<file path=ppt/theme/theme1.xml><?xml version="1.0" encoding="utf-8"?>
<a:theme xmlns:a="http://schemas.openxmlformats.org/drawingml/2006/main" name="트렉">
  <a:themeElements>
    <a:clrScheme name="기류">
      <a:dk1>
        <a:srgbClr val="000000"/>
      </a:dk1>
      <a:lt1>
        <a:srgbClr val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348</TotalTime>
  <Words>268</Words>
  <Application>Microsoft Office PowerPoint</Application>
  <PresentationFormat>사용자 지정</PresentationFormat>
  <Paragraphs>33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10" baseType="lpstr">
      <vt:lpstr>Noto Sans Symbols</vt:lpstr>
      <vt:lpstr>굴림</vt:lpstr>
      <vt:lpstr>Malgun Gothic</vt:lpstr>
      <vt:lpstr>함초롬돋움</vt:lpstr>
      <vt:lpstr>Arial</vt:lpstr>
      <vt:lpstr>Ebrima</vt:lpstr>
      <vt:lpstr>Libre Franklin</vt:lpstr>
      <vt:lpstr>Libre Franklin Medium</vt:lpstr>
      <vt:lpstr>트렉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</dc:creator>
  <cp:lastModifiedBy>시우 박</cp:lastModifiedBy>
  <cp:revision>29</cp:revision>
  <dcterms:modified xsi:type="dcterms:W3CDTF">2024-12-02T05:23:17Z</dcterms:modified>
</cp:coreProperties>
</file>