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61" r:id="rId5"/>
    <p:sldId id="262" r:id="rId6"/>
    <p:sldId id="264" r:id="rId7"/>
    <p:sldId id="265" r:id="rId8"/>
    <p:sldId id="291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5" r:id="rId17"/>
    <p:sldId id="274" r:id="rId18"/>
    <p:sldId id="273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92" r:id="rId31"/>
    <p:sldId id="288" r:id="rId32"/>
    <p:sldId id="289" r:id="rId33"/>
    <p:sldId id="290" r:id="rId34"/>
    <p:sldId id="28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시우 박" userId="d84769e11b5a7e89" providerId="LiveId" clId="{8CF3BD75-3907-463A-8392-211892A86BF4}"/>
    <pc:docChg chg="undo custSel addSld delSld modSld sldOrd">
      <pc:chgData name="시우 박" userId="d84769e11b5a7e89" providerId="LiveId" clId="{8CF3BD75-3907-463A-8392-211892A86BF4}" dt="2024-10-29T03:28:45.632" v="8866" actId="47"/>
      <pc:docMkLst>
        <pc:docMk/>
      </pc:docMkLst>
      <pc:sldChg chg="del">
        <pc:chgData name="시우 박" userId="d84769e11b5a7e89" providerId="LiveId" clId="{8CF3BD75-3907-463A-8392-211892A86BF4}" dt="2024-10-29T03:28:44.212" v="8865" actId="47"/>
        <pc:sldMkLst>
          <pc:docMk/>
          <pc:sldMk cId="3208720837" sldId="258"/>
        </pc:sldMkLst>
      </pc:sldChg>
      <pc:sldChg chg="del">
        <pc:chgData name="시우 박" userId="d84769e11b5a7e89" providerId="LiveId" clId="{8CF3BD75-3907-463A-8392-211892A86BF4}" dt="2024-10-29T03:28:45.632" v="8866" actId="47"/>
        <pc:sldMkLst>
          <pc:docMk/>
          <pc:sldMk cId="117247125" sldId="263"/>
        </pc:sldMkLst>
      </pc:sldChg>
      <pc:sldChg chg="addSp delSp modSp mod">
        <pc:chgData name="시우 박" userId="d84769e11b5a7e89" providerId="LiveId" clId="{8CF3BD75-3907-463A-8392-211892A86BF4}" dt="2024-10-28T16:43:59.117" v="237" actId="20577"/>
        <pc:sldMkLst>
          <pc:docMk/>
          <pc:sldMk cId="4150320416" sldId="278"/>
        </pc:sldMkLst>
        <pc:spChg chg="add mod">
          <ac:chgData name="시우 박" userId="d84769e11b5a7e89" providerId="LiveId" clId="{8CF3BD75-3907-463A-8392-211892A86BF4}" dt="2024-10-28T16:41:50.564" v="1" actId="1076"/>
          <ac:spMkLst>
            <pc:docMk/>
            <pc:sldMk cId="4150320416" sldId="278"/>
            <ac:spMk id="14" creationId="{4C4EFD14-B0F8-06D3-62E5-F6BE97BF26FA}"/>
          </ac:spMkLst>
        </pc:spChg>
        <pc:spChg chg="add mod">
          <ac:chgData name="시우 박" userId="d84769e11b5a7e89" providerId="LiveId" clId="{8CF3BD75-3907-463A-8392-211892A86BF4}" dt="2024-10-28T16:43:57.164" v="235" actId="20577"/>
          <ac:spMkLst>
            <pc:docMk/>
            <pc:sldMk cId="4150320416" sldId="278"/>
            <ac:spMk id="15" creationId="{8475A6F3-E9B0-96ED-145C-0242D57D86CA}"/>
          </ac:spMkLst>
        </pc:spChg>
        <pc:spChg chg="add mod">
          <ac:chgData name="시우 박" userId="d84769e11b5a7e89" providerId="LiveId" clId="{8CF3BD75-3907-463A-8392-211892A86BF4}" dt="2024-10-28T16:43:59.117" v="237" actId="20577"/>
          <ac:spMkLst>
            <pc:docMk/>
            <pc:sldMk cId="4150320416" sldId="278"/>
            <ac:spMk id="16" creationId="{26D2FCCD-F778-DB3C-A7A4-3F8FD3D3C062}"/>
          </ac:spMkLst>
        </pc:spChg>
        <pc:spChg chg="mod">
          <ac:chgData name="시우 박" userId="d84769e11b5a7e89" providerId="LiveId" clId="{8CF3BD75-3907-463A-8392-211892A86BF4}" dt="2024-10-28T16:43:55.341" v="233" actId="20577"/>
          <ac:spMkLst>
            <pc:docMk/>
            <pc:sldMk cId="4150320416" sldId="278"/>
            <ac:spMk id="19" creationId="{64142BE1-A4D6-7897-B0F5-D660D9E5C889}"/>
          </ac:spMkLst>
        </pc:spChg>
        <pc:cxnChg chg="add mod">
          <ac:chgData name="시우 박" userId="d84769e11b5a7e89" providerId="LiveId" clId="{8CF3BD75-3907-463A-8392-211892A86BF4}" dt="2024-10-28T16:42:05.102" v="5" actId="13822"/>
          <ac:cxnSpMkLst>
            <pc:docMk/>
            <pc:sldMk cId="4150320416" sldId="278"/>
            <ac:cxnSpMk id="18" creationId="{9EC5368A-7895-FCB6-3CB9-63E202627223}"/>
          </ac:cxnSpMkLst>
        </pc:cxnChg>
        <pc:cxnChg chg="add del mod">
          <ac:chgData name="시우 박" userId="d84769e11b5a7e89" providerId="LiveId" clId="{8CF3BD75-3907-463A-8392-211892A86BF4}" dt="2024-10-28T16:42:11.470" v="7" actId="11529"/>
          <ac:cxnSpMkLst>
            <pc:docMk/>
            <pc:sldMk cId="4150320416" sldId="278"/>
            <ac:cxnSpMk id="21" creationId="{2DEB6CF0-AB7A-EB60-6C0C-94686BA314A0}"/>
          </ac:cxnSpMkLst>
        </pc:cxnChg>
        <pc:cxnChg chg="add mod">
          <ac:chgData name="시우 박" userId="d84769e11b5a7e89" providerId="LiveId" clId="{8CF3BD75-3907-463A-8392-211892A86BF4}" dt="2024-10-28T16:42:34.818" v="13" actId="1076"/>
          <ac:cxnSpMkLst>
            <pc:docMk/>
            <pc:sldMk cId="4150320416" sldId="278"/>
            <ac:cxnSpMk id="23" creationId="{8C0B3BB5-A3D5-CE0F-4DB7-21C035B40B27}"/>
          </ac:cxnSpMkLst>
        </pc:cxnChg>
        <pc:cxnChg chg="add mod">
          <ac:chgData name="시우 박" userId="d84769e11b5a7e89" providerId="LiveId" clId="{8CF3BD75-3907-463A-8392-211892A86BF4}" dt="2024-10-28T16:42:45.321" v="15" actId="13822"/>
          <ac:cxnSpMkLst>
            <pc:docMk/>
            <pc:sldMk cId="4150320416" sldId="278"/>
            <ac:cxnSpMk id="28" creationId="{C1BA6CD6-C0C2-67C7-2109-868FA6239D49}"/>
          </ac:cxnSpMkLst>
        </pc:cxnChg>
      </pc:sldChg>
      <pc:sldChg chg="add del">
        <pc:chgData name="시우 박" userId="d84769e11b5a7e89" providerId="LiveId" clId="{8CF3BD75-3907-463A-8392-211892A86BF4}" dt="2024-10-28T16:44:12.464" v="239"/>
        <pc:sldMkLst>
          <pc:docMk/>
          <pc:sldMk cId="3457570785" sldId="279"/>
        </pc:sldMkLst>
      </pc:sldChg>
      <pc:sldChg chg="addSp delSp modSp add mod">
        <pc:chgData name="시우 박" userId="d84769e11b5a7e89" providerId="LiveId" clId="{8CF3BD75-3907-463A-8392-211892A86BF4}" dt="2024-10-28T16:47:01.531" v="469" actId="20577"/>
        <pc:sldMkLst>
          <pc:docMk/>
          <pc:sldMk cId="3828236960" sldId="279"/>
        </pc:sldMkLst>
        <pc:spChg chg="mod">
          <ac:chgData name="시우 박" userId="d84769e11b5a7e89" providerId="LiveId" clId="{8CF3BD75-3907-463A-8392-211892A86BF4}" dt="2024-10-28T16:44:31.021" v="244" actId="20577"/>
          <ac:spMkLst>
            <pc:docMk/>
            <pc:sldMk cId="3828236960" sldId="279"/>
            <ac:spMk id="2" creationId="{D3B1C221-DB37-9A60-D894-8CFB98393307}"/>
          </ac:spMkLst>
        </pc:spChg>
        <pc:spChg chg="add del">
          <ac:chgData name="시우 박" userId="d84769e11b5a7e89" providerId="LiveId" clId="{8CF3BD75-3907-463A-8392-211892A86BF4}" dt="2024-10-28T16:45:20.297" v="251" actId="22"/>
          <ac:spMkLst>
            <pc:docMk/>
            <pc:sldMk cId="3828236960" sldId="279"/>
            <ac:spMk id="4" creationId="{548E63CF-5BC3-BEAD-33F8-5E8F331504A5}"/>
          </ac:spMkLst>
        </pc:spChg>
        <pc:spChg chg="add del">
          <ac:chgData name="시우 박" userId="d84769e11b5a7e89" providerId="LiveId" clId="{8CF3BD75-3907-463A-8392-211892A86BF4}" dt="2024-10-28T16:45:19.566" v="250" actId="11529"/>
          <ac:spMkLst>
            <pc:docMk/>
            <pc:sldMk cId="3828236960" sldId="279"/>
            <ac:spMk id="6" creationId="{218FAB22-57F1-0E2D-03DE-01DF3F786A11}"/>
          </ac:spMkLst>
        </pc:spChg>
        <pc:spChg chg="add del mod">
          <ac:chgData name="시우 박" userId="d84769e11b5a7e89" providerId="LiveId" clId="{8CF3BD75-3907-463A-8392-211892A86BF4}" dt="2024-10-28T16:46:17.651" v="257" actId="22"/>
          <ac:spMkLst>
            <pc:docMk/>
            <pc:sldMk cId="3828236960" sldId="279"/>
            <ac:spMk id="10" creationId="{67A04967-906A-4D4F-0DD4-7F05D6DDDF03}"/>
          </ac:spMkLst>
        </pc:spChg>
        <pc:spChg chg="mod">
          <ac:chgData name="시우 박" userId="d84769e11b5a7e89" providerId="LiveId" clId="{8CF3BD75-3907-463A-8392-211892A86BF4}" dt="2024-10-28T16:47:01.531" v="469" actId="20577"/>
          <ac:spMkLst>
            <pc:docMk/>
            <pc:sldMk cId="3828236960" sldId="279"/>
            <ac:spMk id="19" creationId="{D9FE1A30-FCE9-4800-F816-8A23BDB11AA5}"/>
          </ac:spMkLst>
        </pc:spChg>
        <pc:picChg chg="add del mod ord">
          <ac:chgData name="시우 박" userId="d84769e11b5a7e89" providerId="LiveId" clId="{8CF3BD75-3907-463A-8392-211892A86BF4}" dt="2024-10-28T16:45:08.639" v="248" actId="22"/>
          <ac:picMkLst>
            <pc:docMk/>
            <pc:sldMk cId="3828236960" sldId="279"/>
            <ac:picMk id="5" creationId="{1EC2BD02-975C-C182-9E39-3E7584F3F7A5}"/>
          </ac:picMkLst>
        </pc:picChg>
        <pc:picChg chg="add del mod ord">
          <ac:chgData name="시우 박" userId="d84769e11b5a7e89" providerId="LiveId" clId="{8CF3BD75-3907-463A-8392-211892A86BF4}" dt="2024-10-28T16:46:07.022" v="254" actId="478"/>
          <ac:picMkLst>
            <pc:docMk/>
            <pc:sldMk cId="3828236960" sldId="279"/>
            <ac:picMk id="8" creationId="{4228FACB-4B35-1439-AA4D-6813B5900D93}"/>
          </ac:picMkLst>
        </pc:picChg>
        <pc:picChg chg="add del">
          <ac:chgData name="시우 박" userId="d84769e11b5a7e89" providerId="LiveId" clId="{8CF3BD75-3907-463A-8392-211892A86BF4}" dt="2024-10-28T16:46:08.093" v="256" actId="22"/>
          <ac:picMkLst>
            <pc:docMk/>
            <pc:sldMk cId="3828236960" sldId="279"/>
            <ac:picMk id="12" creationId="{4B3BAD1D-5E20-68A7-9990-21354D1CE1C8}"/>
          </ac:picMkLst>
        </pc:picChg>
        <pc:picChg chg="add mod ord">
          <ac:chgData name="시우 박" userId="d84769e11b5a7e89" providerId="LiveId" clId="{8CF3BD75-3907-463A-8392-211892A86BF4}" dt="2024-10-28T16:46:17.651" v="257" actId="22"/>
          <ac:picMkLst>
            <pc:docMk/>
            <pc:sldMk cId="3828236960" sldId="279"/>
            <ac:picMk id="14" creationId="{2725D55F-6314-2363-DCD6-F4E1FC937FFB}"/>
          </ac:picMkLst>
        </pc:picChg>
      </pc:sldChg>
      <pc:sldChg chg="addSp delSp modSp add mod">
        <pc:chgData name="시우 박" userId="d84769e11b5a7e89" providerId="LiveId" clId="{8CF3BD75-3907-463A-8392-211892A86BF4}" dt="2024-10-28T16:48:34.141" v="770" actId="20577"/>
        <pc:sldMkLst>
          <pc:docMk/>
          <pc:sldMk cId="2586086432" sldId="280"/>
        </pc:sldMkLst>
        <pc:spChg chg="mod">
          <ac:chgData name="시우 박" userId="d84769e11b5a7e89" providerId="LiveId" clId="{8CF3BD75-3907-463A-8392-211892A86BF4}" dt="2024-10-28T16:47:39.974" v="498" actId="20577"/>
          <ac:spMkLst>
            <pc:docMk/>
            <pc:sldMk cId="2586086432" sldId="280"/>
            <ac:spMk id="2" creationId="{96185AB4-1E77-6257-C608-3CD5377F241E}"/>
          </ac:spMkLst>
        </pc:spChg>
        <pc:spChg chg="add del mod">
          <ac:chgData name="시우 박" userId="d84769e11b5a7e89" providerId="LiveId" clId="{8CF3BD75-3907-463A-8392-211892A86BF4}" dt="2024-10-28T16:47:10.522" v="472" actId="22"/>
          <ac:spMkLst>
            <pc:docMk/>
            <pc:sldMk cId="2586086432" sldId="280"/>
            <ac:spMk id="4" creationId="{4A87CDE2-D100-F688-13A2-8F58EAA9139C}"/>
          </ac:spMkLst>
        </pc:spChg>
        <pc:spChg chg="mod">
          <ac:chgData name="시우 박" userId="d84769e11b5a7e89" providerId="LiveId" clId="{8CF3BD75-3907-463A-8392-211892A86BF4}" dt="2024-10-28T16:48:34.141" v="770" actId="20577"/>
          <ac:spMkLst>
            <pc:docMk/>
            <pc:sldMk cId="2586086432" sldId="280"/>
            <ac:spMk id="19" creationId="{D802B8CD-F090-63C0-2A13-2726C451F763}"/>
          </ac:spMkLst>
        </pc:spChg>
        <pc:picChg chg="add mod ord">
          <ac:chgData name="시우 박" userId="d84769e11b5a7e89" providerId="LiveId" clId="{8CF3BD75-3907-463A-8392-211892A86BF4}" dt="2024-10-28T16:47:21.374" v="475" actId="14100"/>
          <ac:picMkLst>
            <pc:docMk/>
            <pc:sldMk cId="2586086432" sldId="280"/>
            <ac:picMk id="6" creationId="{67A1C28F-898A-A9DD-76CE-9E3595D44A52}"/>
          </ac:picMkLst>
        </pc:picChg>
        <pc:picChg chg="del">
          <ac:chgData name="시우 박" userId="d84769e11b5a7e89" providerId="LiveId" clId="{8CF3BD75-3907-463A-8392-211892A86BF4}" dt="2024-10-28T16:47:09.670" v="471" actId="478"/>
          <ac:picMkLst>
            <pc:docMk/>
            <pc:sldMk cId="2586086432" sldId="280"/>
            <ac:picMk id="14" creationId="{EBA4BBCD-F41E-849C-99A0-475B25DC35B5}"/>
          </ac:picMkLst>
        </pc:picChg>
      </pc:sldChg>
      <pc:sldChg chg="addSp delSp modSp add mod">
        <pc:chgData name="시우 박" userId="d84769e11b5a7e89" providerId="LiveId" clId="{8CF3BD75-3907-463A-8392-211892A86BF4}" dt="2024-10-28T16:55:10.388" v="1456" actId="20577"/>
        <pc:sldMkLst>
          <pc:docMk/>
          <pc:sldMk cId="1974985373" sldId="281"/>
        </pc:sldMkLst>
        <pc:spChg chg="mod">
          <ac:chgData name="시우 박" userId="d84769e11b5a7e89" providerId="LiveId" clId="{8CF3BD75-3907-463A-8392-211892A86BF4}" dt="2024-10-28T16:49:16.591" v="793" actId="20577"/>
          <ac:spMkLst>
            <pc:docMk/>
            <pc:sldMk cId="1974985373" sldId="281"/>
            <ac:spMk id="2" creationId="{740BFAEE-3750-56C0-AD39-BD327ADAC1AC}"/>
          </ac:spMkLst>
        </pc:spChg>
        <pc:spChg chg="del">
          <ac:chgData name="시우 박" userId="d84769e11b5a7e89" providerId="LiveId" clId="{8CF3BD75-3907-463A-8392-211892A86BF4}" dt="2024-10-28T16:49:20.746" v="794" actId="22"/>
          <ac:spMkLst>
            <pc:docMk/>
            <pc:sldMk cId="1974985373" sldId="281"/>
            <ac:spMk id="4" creationId="{CEE80634-191F-B89D-1884-5AC9AD7620E2}"/>
          </ac:spMkLst>
        </pc:spChg>
        <pc:spChg chg="add del">
          <ac:chgData name="시우 박" userId="d84769e11b5a7e89" providerId="LiveId" clId="{8CF3BD75-3907-463A-8392-211892A86BF4}" dt="2024-10-28T16:49:41.143" v="796" actId="11529"/>
          <ac:spMkLst>
            <pc:docMk/>
            <pc:sldMk cId="1974985373" sldId="281"/>
            <ac:spMk id="6" creationId="{2FCE8F77-B3E1-E517-363D-FE56C73EB045}"/>
          </ac:spMkLst>
        </pc:spChg>
        <pc:spChg chg="add mod">
          <ac:chgData name="시우 박" userId="d84769e11b5a7e89" providerId="LiveId" clId="{8CF3BD75-3907-463A-8392-211892A86BF4}" dt="2024-10-28T16:50:23.515" v="808" actId="1076"/>
          <ac:spMkLst>
            <pc:docMk/>
            <pc:sldMk cId="1974985373" sldId="281"/>
            <ac:spMk id="7" creationId="{1C442029-778F-90A2-3E4C-EDC92F8BF2AA}"/>
          </ac:spMkLst>
        </pc:spChg>
        <pc:spChg chg="add mod">
          <ac:chgData name="시우 박" userId="d84769e11b5a7e89" providerId="LiveId" clId="{8CF3BD75-3907-463A-8392-211892A86BF4}" dt="2024-10-28T16:50:30.529" v="810" actId="14100"/>
          <ac:spMkLst>
            <pc:docMk/>
            <pc:sldMk cId="1974985373" sldId="281"/>
            <ac:spMk id="8" creationId="{6EE43848-2687-110E-E81F-E7CD64490D1E}"/>
          </ac:spMkLst>
        </pc:spChg>
        <pc:spChg chg="add mod">
          <ac:chgData name="시우 박" userId="d84769e11b5a7e89" providerId="LiveId" clId="{8CF3BD75-3907-463A-8392-211892A86BF4}" dt="2024-10-28T16:50:58.211" v="818" actId="1076"/>
          <ac:spMkLst>
            <pc:docMk/>
            <pc:sldMk cId="1974985373" sldId="281"/>
            <ac:spMk id="9" creationId="{20C5C9DB-87D0-8955-F65E-3424958021B1}"/>
          </ac:spMkLst>
        </pc:spChg>
        <pc:spChg chg="add mod">
          <ac:chgData name="시우 박" userId="d84769e11b5a7e89" providerId="LiveId" clId="{8CF3BD75-3907-463A-8392-211892A86BF4}" dt="2024-10-28T16:50:54.605" v="817" actId="14100"/>
          <ac:spMkLst>
            <pc:docMk/>
            <pc:sldMk cId="1974985373" sldId="281"/>
            <ac:spMk id="10" creationId="{59B2EDAD-2B5F-21D4-1D5C-BE6302798940}"/>
          </ac:spMkLst>
        </pc:spChg>
        <pc:spChg chg="add mod">
          <ac:chgData name="시우 박" userId="d84769e11b5a7e89" providerId="LiveId" clId="{8CF3BD75-3907-463A-8392-211892A86BF4}" dt="2024-10-28T16:51:34.565" v="828" actId="20577"/>
          <ac:spMkLst>
            <pc:docMk/>
            <pc:sldMk cId="1974985373" sldId="281"/>
            <ac:spMk id="11" creationId="{8635CB82-8EE9-30D0-119B-691BD718F41D}"/>
          </ac:spMkLst>
        </pc:spChg>
        <pc:spChg chg="add mod">
          <ac:chgData name="시우 박" userId="d84769e11b5a7e89" providerId="LiveId" clId="{8CF3BD75-3907-463A-8392-211892A86BF4}" dt="2024-10-28T16:51:37.524" v="830" actId="20577"/>
          <ac:spMkLst>
            <pc:docMk/>
            <pc:sldMk cId="1974985373" sldId="281"/>
            <ac:spMk id="12" creationId="{C6457E31-3392-C193-2577-32365045CD16}"/>
          </ac:spMkLst>
        </pc:spChg>
        <pc:spChg chg="add mod">
          <ac:chgData name="시우 박" userId="d84769e11b5a7e89" providerId="LiveId" clId="{8CF3BD75-3907-463A-8392-211892A86BF4}" dt="2024-10-28T16:51:40.477" v="832" actId="20577"/>
          <ac:spMkLst>
            <pc:docMk/>
            <pc:sldMk cId="1974985373" sldId="281"/>
            <ac:spMk id="13" creationId="{4868A269-DF3B-C25F-F82E-FBF8864958CE}"/>
          </ac:spMkLst>
        </pc:spChg>
        <pc:spChg chg="add mod">
          <ac:chgData name="시우 박" userId="d84769e11b5a7e89" providerId="LiveId" clId="{8CF3BD75-3907-463A-8392-211892A86BF4}" dt="2024-10-28T16:51:32.491" v="826" actId="571"/>
          <ac:spMkLst>
            <pc:docMk/>
            <pc:sldMk cId="1974985373" sldId="281"/>
            <ac:spMk id="14" creationId="{1F324180-1C71-2D51-B257-16B84F3439AA}"/>
          </ac:spMkLst>
        </pc:spChg>
        <pc:spChg chg="mod">
          <ac:chgData name="시우 박" userId="d84769e11b5a7e89" providerId="LiveId" clId="{8CF3BD75-3907-463A-8392-211892A86BF4}" dt="2024-10-28T16:55:10.388" v="1456" actId="20577"/>
          <ac:spMkLst>
            <pc:docMk/>
            <pc:sldMk cId="1974985373" sldId="281"/>
            <ac:spMk id="19" creationId="{F72CA16A-6203-5ABF-34A6-8E9858A6D1AC}"/>
          </ac:spMkLst>
        </pc:spChg>
        <pc:picChg chg="add mod ord">
          <ac:chgData name="시우 박" userId="d84769e11b5a7e89" providerId="LiveId" clId="{8CF3BD75-3907-463A-8392-211892A86BF4}" dt="2024-10-28T16:50:18.122" v="807" actId="1076"/>
          <ac:picMkLst>
            <pc:docMk/>
            <pc:sldMk cId="1974985373" sldId="281"/>
            <ac:picMk id="5" creationId="{BC28BF2A-BC59-E03B-20B8-8E656374CBAF}"/>
          </ac:picMkLst>
        </pc:picChg>
        <pc:cxnChg chg="add mod">
          <ac:chgData name="시우 박" userId="d84769e11b5a7e89" providerId="LiveId" clId="{8CF3BD75-3907-463A-8392-211892A86BF4}" dt="2024-10-28T16:51:55.828" v="834" actId="13822"/>
          <ac:cxnSpMkLst>
            <pc:docMk/>
            <pc:sldMk cId="1974985373" sldId="281"/>
            <ac:cxnSpMk id="16" creationId="{7BCB296B-EDC4-883A-7CE6-F47CD9C2EF52}"/>
          </ac:cxnSpMkLst>
        </pc:cxnChg>
        <pc:cxnChg chg="add mod">
          <ac:chgData name="시우 박" userId="d84769e11b5a7e89" providerId="LiveId" clId="{8CF3BD75-3907-463A-8392-211892A86BF4}" dt="2024-10-28T16:52:03.025" v="836" actId="13822"/>
          <ac:cxnSpMkLst>
            <pc:docMk/>
            <pc:sldMk cId="1974985373" sldId="281"/>
            <ac:cxnSpMk id="18" creationId="{B5D46D53-792F-725A-3EE3-A23A2FE811AB}"/>
          </ac:cxnSpMkLst>
        </pc:cxnChg>
        <pc:cxnChg chg="add mod">
          <ac:chgData name="시우 박" userId="d84769e11b5a7e89" providerId="LiveId" clId="{8CF3BD75-3907-463A-8392-211892A86BF4}" dt="2024-10-28T16:52:10.092" v="838" actId="13822"/>
          <ac:cxnSpMkLst>
            <pc:docMk/>
            <pc:sldMk cId="1974985373" sldId="281"/>
            <ac:cxnSpMk id="21" creationId="{1DC6010B-2C13-D128-D01E-3F395B8BB060}"/>
          </ac:cxnSpMkLst>
        </pc:cxnChg>
        <pc:cxnChg chg="add mod">
          <ac:chgData name="시우 박" userId="d84769e11b5a7e89" providerId="LiveId" clId="{8CF3BD75-3907-463A-8392-211892A86BF4}" dt="2024-10-28T16:52:16.880" v="840" actId="13822"/>
          <ac:cxnSpMkLst>
            <pc:docMk/>
            <pc:sldMk cId="1974985373" sldId="281"/>
            <ac:cxnSpMk id="23" creationId="{50223179-2886-697F-C611-C2E616756112}"/>
          </ac:cxnSpMkLst>
        </pc:cxnChg>
      </pc:sldChg>
      <pc:sldChg chg="addSp delSp modSp add mod">
        <pc:chgData name="시우 박" userId="d84769e11b5a7e89" providerId="LiveId" clId="{8CF3BD75-3907-463A-8392-211892A86BF4}" dt="2024-10-28T16:58:39.240" v="1808" actId="20577"/>
        <pc:sldMkLst>
          <pc:docMk/>
          <pc:sldMk cId="2395851899" sldId="282"/>
        </pc:sldMkLst>
        <pc:spChg chg="mod">
          <ac:chgData name="시우 박" userId="d84769e11b5a7e89" providerId="LiveId" clId="{8CF3BD75-3907-463A-8392-211892A86BF4}" dt="2024-10-28T16:55:53.231" v="1473" actId="20577"/>
          <ac:spMkLst>
            <pc:docMk/>
            <pc:sldMk cId="2395851899" sldId="282"/>
            <ac:spMk id="2" creationId="{FC4C14F9-A80C-B25B-4BDA-5A1FEE820266}"/>
          </ac:spMkLst>
        </pc:spChg>
        <pc:spChg chg="del">
          <ac:chgData name="시우 박" userId="d84769e11b5a7e89" providerId="LiveId" clId="{8CF3BD75-3907-463A-8392-211892A86BF4}" dt="2024-10-28T16:56:00.100" v="1474" actId="22"/>
          <ac:spMkLst>
            <pc:docMk/>
            <pc:sldMk cId="2395851899" sldId="282"/>
            <ac:spMk id="4" creationId="{E48DCA16-0973-93DC-5E9A-590E5525891A}"/>
          </ac:spMkLst>
        </pc:spChg>
        <pc:spChg chg="add mod">
          <ac:chgData name="시우 박" userId="d84769e11b5a7e89" providerId="LiveId" clId="{8CF3BD75-3907-463A-8392-211892A86BF4}" dt="2024-10-28T16:56:35.171" v="1480" actId="1076"/>
          <ac:spMkLst>
            <pc:docMk/>
            <pc:sldMk cId="2395851899" sldId="282"/>
            <ac:spMk id="8" creationId="{4C04977B-426D-796D-DE85-2AF2B8B0EDD4}"/>
          </ac:spMkLst>
        </pc:spChg>
        <pc:spChg chg="add mod">
          <ac:chgData name="시우 박" userId="d84769e11b5a7e89" providerId="LiveId" clId="{8CF3BD75-3907-463A-8392-211892A86BF4}" dt="2024-10-28T16:56:40.109" v="1483" actId="20577"/>
          <ac:spMkLst>
            <pc:docMk/>
            <pc:sldMk cId="2395851899" sldId="282"/>
            <ac:spMk id="9" creationId="{0B64A026-9691-4277-41E0-4469B5B948B8}"/>
          </ac:spMkLst>
        </pc:spChg>
        <pc:spChg chg="mod">
          <ac:chgData name="시우 박" userId="d84769e11b5a7e89" providerId="LiveId" clId="{8CF3BD75-3907-463A-8392-211892A86BF4}" dt="2024-10-28T16:58:39.240" v="1808" actId="20577"/>
          <ac:spMkLst>
            <pc:docMk/>
            <pc:sldMk cId="2395851899" sldId="282"/>
            <ac:spMk id="19" creationId="{E1A3693A-1015-9A8B-8889-62B2C09BE027}"/>
          </ac:spMkLst>
        </pc:spChg>
        <pc:picChg chg="add mod ord">
          <ac:chgData name="시우 박" userId="d84769e11b5a7e89" providerId="LiveId" clId="{8CF3BD75-3907-463A-8392-211892A86BF4}" dt="2024-10-28T16:56:19.779" v="1478" actId="1076"/>
          <ac:picMkLst>
            <pc:docMk/>
            <pc:sldMk cId="2395851899" sldId="282"/>
            <ac:picMk id="5" creationId="{7EDD476F-6F67-CE07-A25C-5320EC3151C5}"/>
          </ac:picMkLst>
        </pc:picChg>
        <pc:picChg chg="add mod">
          <ac:chgData name="시우 박" userId="d84769e11b5a7e89" providerId="LiveId" clId="{8CF3BD75-3907-463A-8392-211892A86BF4}" dt="2024-10-28T16:56:19.779" v="1478" actId="1076"/>
          <ac:picMkLst>
            <pc:docMk/>
            <pc:sldMk cId="2395851899" sldId="282"/>
            <ac:picMk id="7" creationId="{C94493B1-C3B6-D9B1-4358-DC78B7BAAD3B}"/>
          </ac:picMkLst>
        </pc:picChg>
      </pc:sldChg>
      <pc:sldChg chg="addSp delSp modSp add mod">
        <pc:chgData name="시우 박" userId="d84769e11b5a7e89" providerId="LiveId" clId="{8CF3BD75-3907-463A-8392-211892A86BF4}" dt="2024-10-28T17:08:47.781" v="2428" actId="20577"/>
        <pc:sldMkLst>
          <pc:docMk/>
          <pc:sldMk cId="605804818" sldId="283"/>
        </pc:sldMkLst>
        <pc:spChg chg="mod">
          <ac:chgData name="시우 박" userId="d84769e11b5a7e89" providerId="LiveId" clId="{8CF3BD75-3907-463A-8392-211892A86BF4}" dt="2024-10-28T17:08:19.470" v="2328" actId="255"/>
          <ac:spMkLst>
            <pc:docMk/>
            <pc:sldMk cId="605804818" sldId="283"/>
            <ac:spMk id="2" creationId="{625FD4FA-C77F-5774-65B4-F20D5438EE4A}"/>
          </ac:spMkLst>
        </pc:spChg>
        <pc:spChg chg="del">
          <ac:chgData name="시우 박" userId="d84769e11b5a7e89" providerId="LiveId" clId="{8CF3BD75-3907-463A-8392-211892A86BF4}" dt="2024-10-28T16:58:58.225" v="1810" actId="22"/>
          <ac:spMkLst>
            <pc:docMk/>
            <pc:sldMk cId="605804818" sldId="283"/>
            <ac:spMk id="4" creationId="{3A5EADF7-879B-3DB7-A3B9-E4E3298E9C29}"/>
          </ac:spMkLst>
        </pc:spChg>
        <pc:spChg chg="add mod">
          <ac:chgData name="시우 박" userId="d84769e11b5a7e89" providerId="LiveId" clId="{8CF3BD75-3907-463A-8392-211892A86BF4}" dt="2024-10-28T17:00:04.953" v="1819" actId="14100"/>
          <ac:spMkLst>
            <pc:docMk/>
            <pc:sldMk cId="605804818" sldId="283"/>
            <ac:spMk id="6" creationId="{0956F311-49FF-57E7-E61C-79DBE2FE38D1}"/>
          </ac:spMkLst>
        </pc:spChg>
        <pc:spChg chg="add mod">
          <ac:chgData name="시우 박" userId="d84769e11b5a7e89" providerId="LiveId" clId="{8CF3BD75-3907-463A-8392-211892A86BF4}" dt="2024-10-28T17:00:07.548" v="1820" actId="14100"/>
          <ac:spMkLst>
            <pc:docMk/>
            <pc:sldMk cId="605804818" sldId="283"/>
            <ac:spMk id="7" creationId="{D3CB8239-0F25-FE58-1D05-EC63A203221A}"/>
          </ac:spMkLst>
        </pc:spChg>
        <pc:spChg chg="add mod">
          <ac:chgData name="시우 박" userId="d84769e11b5a7e89" providerId="LiveId" clId="{8CF3BD75-3907-463A-8392-211892A86BF4}" dt="2024-10-28T17:00:16.517" v="1822" actId="14100"/>
          <ac:spMkLst>
            <pc:docMk/>
            <pc:sldMk cId="605804818" sldId="283"/>
            <ac:spMk id="8" creationId="{2C73C468-E266-7E48-B5BF-5C797AF3C3DE}"/>
          </ac:spMkLst>
        </pc:spChg>
        <pc:spChg chg="add mod">
          <ac:chgData name="시우 박" userId="d84769e11b5a7e89" providerId="LiveId" clId="{8CF3BD75-3907-463A-8392-211892A86BF4}" dt="2024-10-28T17:00:25.568" v="1824" actId="1076"/>
          <ac:spMkLst>
            <pc:docMk/>
            <pc:sldMk cId="605804818" sldId="283"/>
            <ac:spMk id="9" creationId="{F897E555-FDE6-C933-E643-F68F5278AD23}"/>
          </ac:spMkLst>
        </pc:spChg>
        <pc:spChg chg="add mod">
          <ac:chgData name="시우 박" userId="d84769e11b5a7e89" providerId="LiveId" clId="{8CF3BD75-3907-463A-8392-211892A86BF4}" dt="2024-10-28T17:01:03.388" v="1833" actId="20577"/>
          <ac:spMkLst>
            <pc:docMk/>
            <pc:sldMk cId="605804818" sldId="283"/>
            <ac:spMk id="10" creationId="{165D6A44-FE19-6CA2-83B2-8B3841E5BA2D}"/>
          </ac:spMkLst>
        </pc:spChg>
        <pc:spChg chg="add mod">
          <ac:chgData name="시우 박" userId="d84769e11b5a7e89" providerId="LiveId" clId="{8CF3BD75-3907-463A-8392-211892A86BF4}" dt="2024-10-28T17:01:05.086" v="1835" actId="20577"/>
          <ac:spMkLst>
            <pc:docMk/>
            <pc:sldMk cId="605804818" sldId="283"/>
            <ac:spMk id="11" creationId="{0ADEA8DB-E25D-622E-2D5A-6054C5E3CFEA}"/>
          </ac:spMkLst>
        </pc:spChg>
        <pc:spChg chg="mod">
          <ac:chgData name="시우 박" userId="d84769e11b5a7e89" providerId="LiveId" clId="{8CF3BD75-3907-463A-8392-211892A86BF4}" dt="2024-10-28T17:08:47.781" v="2428" actId="20577"/>
          <ac:spMkLst>
            <pc:docMk/>
            <pc:sldMk cId="605804818" sldId="283"/>
            <ac:spMk id="19" creationId="{D219AC80-A2EC-A087-D46B-3E93F0244988}"/>
          </ac:spMkLst>
        </pc:spChg>
        <pc:picChg chg="add mod ord">
          <ac:chgData name="시우 박" userId="d84769e11b5a7e89" providerId="LiveId" clId="{8CF3BD75-3907-463A-8392-211892A86BF4}" dt="2024-10-28T16:58:58.225" v="1810" actId="22"/>
          <ac:picMkLst>
            <pc:docMk/>
            <pc:sldMk cId="605804818" sldId="283"/>
            <ac:picMk id="5" creationId="{F9E5B120-02D0-6348-88FC-22757C8C140F}"/>
          </ac:picMkLst>
        </pc:picChg>
        <pc:cxnChg chg="add mod">
          <ac:chgData name="시우 박" userId="d84769e11b5a7e89" providerId="LiveId" clId="{8CF3BD75-3907-463A-8392-211892A86BF4}" dt="2024-10-28T17:01:12.889" v="1837" actId="13822"/>
          <ac:cxnSpMkLst>
            <pc:docMk/>
            <pc:sldMk cId="605804818" sldId="283"/>
            <ac:cxnSpMk id="13" creationId="{A9B451D0-186A-108B-E0E8-E19F1B297BF8}"/>
          </ac:cxnSpMkLst>
        </pc:cxnChg>
        <pc:cxnChg chg="add mod">
          <ac:chgData name="시우 박" userId="d84769e11b5a7e89" providerId="LiveId" clId="{8CF3BD75-3907-463A-8392-211892A86BF4}" dt="2024-10-28T17:01:19.730" v="1839" actId="13822"/>
          <ac:cxnSpMkLst>
            <pc:docMk/>
            <pc:sldMk cId="605804818" sldId="283"/>
            <ac:cxnSpMk id="15" creationId="{33143E3F-346E-D87B-D473-6EADBD52D6BE}"/>
          </ac:cxnSpMkLst>
        </pc:cxnChg>
        <pc:cxnChg chg="add mod">
          <ac:chgData name="시우 박" userId="d84769e11b5a7e89" providerId="LiveId" clId="{8CF3BD75-3907-463A-8392-211892A86BF4}" dt="2024-10-28T17:01:31.248" v="1841" actId="13822"/>
          <ac:cxnSpMkLst>
            <pc:docMk/>
            <pc:sldMk cId="605804818" sldId="283"/>
            <ac:cxnSpMk id="17" creationId="{7FD1CA03-0E07-23D9-7AF8-F2CBDE0DA99C}"/>
          </ac:cxnSpMkLst>
        </pc:cxnChg>
      </pc:sldChg>
      <pc:sldChg chg="addSp delSp modSp add mod">
        <pc:chgData name="시우 박" userId="d84769e11b5a7e89" providerId="LiveId" clId="{8CF3BD75-3907-463A-8392-211892A86BF4}" dt="2024-10-28T17:22:18.714" v="3229" actId="20577"/>
        <pc:sldMkLst>
          <pc:docMk/>
          <pc:sldMk cId="1321138207" sldId="284"/>
        </pc:sldMkLst>
        <pc:spChg chg="mod">
          <ac:chgData name="시우 박" userId="d84769e11b5a7e89" providerId="LiveId" clId="{8CF3BD75-3907-463A-8392-211892A86BF4}" dt="2024-10-28T17:10:10.007" v="2435" actId="20577"/>
          <ac:spMkLst>
            <pc:docMk/>
            <pc:sldMk cId="1321138207" sldId="284"/>
            <ac:spMk id="2" creationId="{D315FA5B-2AFE-E6F7-A9C0-64FECE0F0A76}"/>
          </ac:spMkLst>
        </pc:spChg>
        <pc:spChg chg="del">
          <ac:chgData name="시우 박" userId="d84769e11b5a7e89" providerId="LiveId" clId="{8CF3BD75-3907-463A-8392-211892A86BF4}" dt="2024-10-28T17:09:26.282" v="2430" actId="22"/>
          <ac:spMkLst>
            <pc:docMk/>
            <pc:sldMk cId="1321138207" sldId="284"/>
            <ac:spMk id="4" creationId="{6BECD2D4-1D5F-30DD-FD02-C977188F6136}"/>
          </ac:spMkLst>
        </pc:spChg>
        <pc:spChg chg="add mod">
          <ac:chgData name="시우 박" userId="d84769e11b5a7e89" providerId="LiveId" clId="{8CF3BD75-3907-463A-8392-211892A86BF4}" dt="2024-10-28T17:10:56.073" v="2440" actId="1076"/>
          <ac:spMkLst>
            <pc:docMk/>
            <pc:sldMk cId="1321138207" sldId="284"/>
            <ac:spMk id="6" creationId="{2D218A33-B864-5D2B-602A-877903379620}"/>
          </ac:spMkLst>
        </pc:spChg>
        <pc:spChg chg="add mod">
          <ac:chgData name="시우 박" userId="d84769e11b5a7e89" providerId="LiveId" clId="{8CF3BD75-3907-463A-8392-211892A86BF4}" dt="2024-10-28T17:10:59.841" v="2441" actId="571"/>
          <ac:spMkLst>
            <pc:docMk/>
            <pc:sldMk cId="1321138207" sldId="284"/>
            <ac:spMk id="7" creationId="{F618A832-E1DC-0763-37A4-07DC5D868507}"/>
          </ac:spMkLst>
        </pc:spChg>
        <pc:spChg chg="add mod">
          <ac:chgData name="시우 박" userId="d84769e11b5a7e89" providerId="LiveId" clId="{8CF3BD75-3907-463A-8392-211892A86BF4}" dt="2024-10-28T17:11:21.994" v="2445" actId="1076"/>
          <ac:spMkLst>
            <pc:docMk/>
            <pc:sldMk cId="1321138207" sldId="284"/>
            <ac:spMk id="8" creationId="{5B113C89-B6B9-570D-BC8E-E5B6F40E8F3E}"/>
          </ac:spMkLst>
        </pc:spChg>
        <pc:spChg chg="add mod">
          <ac:chgData name="시우 박" userId="d84769e11b5a7e89" providerId="LiveId" clId="{8CF3BD75-3907-463A-8392-211892A86BF4}" dt="2024-10-28T17:11:42.425" v="2449" actId="14100"/>
          <ac:spMkLst>
            <pc:docMk/>
            <pc:sldMk cId="1321138207" sldId="284"/>
            <ac:spMk id="9" creationId="{1009461D-9037-F0CB-A98A-C33A1E2A8C13}"/>
          </ac:spMkLst>
        </pc:spChg>
        <pc:spChg chg="add mod">
          <ac:chgData name="시우 박" userId="d84769e11b5a7e89" providerId="LiveId" clId="{8CF3BD75-3907-463A-8392-211892A86BF4}" dt="2024-10-28T17:12:25.277" v="2451" actId="1076"/>
          <ac:spMkLst>
            <pc:docMk/>
            <pc:sldMk cId="1321138207" sldId="284"/>
            <ac:spMk id="10" creationId="{65685213-B435-9252-BA50-9CF3332AA144}"/>
          </ac:spMkLst>
        </pc:spChg>
        <pc:spChg chg="add mod">
          <ac:chgData name="시우 박" userId="d84769e11b5a7e89" providerId="LiveId" clId="{8CF3BD75-3907-463A-8392-211892A86BF4}" dt="2024-10-28T17:13:19.110" v="2463" actId="1076"/>
          <ac:spMkLst>
            <pc:docMk/>
            <pc:sldMk cId="1321138207" sldId="284"/>
            <ac:spMk id="11" creationId="{073AE543-2DC1-92A6-DE4B-7809C45390C6}"/>
          </ac:spMkLst>
        </pc:spChg>
        <pc:spChg chg="add mod">
          <ac:chgData name="시우 박" userId="d84769e11b5a7e89" providerId="LiveId" clId="{8CF3BD75-3907-463A-8392-211892A86BF4}" dt="2024-10-28T17:12:39.741" v="2457" actId="20577"/>
          <ac:spMkLst>
            <pc:docMk/>
            <pc:sldMk cId="1321138207" sldId="284"/>
            <ac:spMk id="12" creationId="{055B47E3-3A1B-B289-5267-E2589BD06689}"/>
          </ac:spMkLst>
        </pc:spChg>
        <pc:spChg chg="mod">
          <ac:chgData name="시우 박" userId="d84769e11b5a7e89" providerId="LiveId" clId="{8CF3BD75-3907-463A-8392-211892A86BF4}" dt="2024-10-28T17:22:18.714" v="3229" actId="20577"/>
          <ac:spMkLst>
            <pc:docMk/>
            <pc:sldMk cId="1321138207" sldId="284"/>
            <ac:spMk id="19" creationId="{D6318C4E-9271-444D-6122-BFAE394939D9}"/>
          </ac:spMkLst>
        </pc:spChg>
        <pc:picChg chg="add mod ord">
          <ac:chgData name="시우 박" userId="d84769e11b5a7e89" providerId="LiveId" clId="{8CF3BD75-3907-463A-8392-211892A86BF4}" dt="2024-10-28T17:09:31.897" v="2432" actId="14100"/>
          <ac:picMkLst>
            <pc:docMk/>
            <pc:sldMk cId="1321138207" sldId="284"/>
            <ac:picMk id="5" creationId="{D2E9DB89-8F0C-41F0-5262-C3E7A0CCD07A}"/>
          </ac:picMkLst>
        </pc:picChg>
        <pc:cxnChg chg="add mod">
          <ac:chgData name="시우 박" userId="d84769e11b5a7e89" providerId="LiveId" clId="{8CF3BD75-3907-463A-8392-211892A86BF4}" dt="2024-10-28T17:12:47.983" v="2459" actId="13822"/>
          <ac:cxnSpMkLst>
            <pc:docMk/>
            <pc:sldMk cId="1321138207" sldId="284"/>
            <ac:cxnSpMk id="14" creationId="{974638D3-5FBD-61B9-1894-39313B14605C}"/>
          </ac:cxnSpMkLst>
        </pc:cxnChg>
        <pc:cxnChg chg="add del">
          <ac:chgData name="시우 박" userId="d84769e11b5a7e89" providerId="LiveId" clId="{8CF3BD75-3907-463A-8392-211892A86BF4}" dt="2024-10-28T17:12:57.783" v="2461" actId="11529"/>
          <ac:cxnSpMkLst>
            <pc:docMk/>
            <pc:sldMk cId="1321138207" sldId="284"/>
            <ac:cxnSpMk id="16" creationId="{50F67021-37D2-DE75-7155-A416B8BCEE30}"/>
          </ac:cxnSpMkLst>
        </pc:cxnChg>
        <pc:cxnChg chg="add mod">
          <ac:chgData name="시우 박" userId="d84769e11b5a7e89" providerId="LiveId" clId="{8CF3BD75-3907-463A-8392-211892A86BF4}" dt="2024-10-28T17:13:27.187" v="2465" actId="13822"/>
          <ac:cxnSpMkLst>
            <pc:docMk/>
            <pc:sldMk cId="1321138207" sldId="284"/>
            <ac:cxnSpMk id="18" creationId="{F06A71DF-627D-763D-6C01-85F50309A397}"/>
          </ac:cxnSpMkLst>
        </pc:cxnChg>
        <pc:cxnChg chg="add mod">
          <ac:chgData name="시우 박" userId="d84769e11b5a7e89" providerId="LiveId" clId="{8CF3BD75-3907-463A-8392-211892A86BF4}" dt="2024-10-28T17:13:34.514" v="2467" actId="13822"/>
          <ac:cxnSpMkLst>
            <pc:docMk/>
            <pc:sldMk cId="1321138207" sldId="284"/>
            <ac:cxnSpMk id="21" creationId="{93B363EF-02C6-5D5D-2325-205E844B1D29}"/>
          </ac:cxnSpMkLst>
        </pc:cxnChg>
      </pc:sldChg>
      <pc:sldChg chg="addSp delSp modSp add mod">
        <pc:chgData name="시우 박" userId="d84769e11b5a7e89" providerId="LiveId" clId="{8CF3BD75-3907-463A-8392-211892A86BF4}" dt="2024-10-28T17:36:15.958" v="5407" actId="20577"/>
        <pc:sldMkLst>
          <pc:docMk/>
          <pc:sldMk cId="3899060685" sldId="285"/>
        </pc:sldMkLst>
        <pc:spChg chg="mod">
          <ac:chgData name="시우 박" userId="d84769e11b5a7e89" providerId="LiveId" clId="{8CF3BD75-3907-463A-8392-211892A86BF4}" dt="2024-10-28T17:23:47.107" v="3251" actId="20577"/>
          <ac:spMkLst>
            <pc:docMk/>
            <pc:sldMk cId="3899060685" sldId="285"/>
            <ac:spMk id="2" creationId="{D747D887-28BB-F775-252A-A6502185AE0A}"/>
          </ac:spMkLst>
        </pc:spChg>
        <pc:spChg chg="del">
          <ac:chgData name="시우 박" userId="d84769e11b5a7e89" providerId="LiveId" clId="{8CF3BD75-3907-463A-8392-211892A86BF4}" dt="2024-10-28T17:23:50.250" v="3252" actId="22"/>
          <ac:spMkLst>
            <pc:docMk/>
            <pc:sldMk cId="3899060685" sldId="285"/>
            <ac:spMk id="4" creationId="{D729F5AD-016A-877C-A94D-DED69B481F8E}"/>
          </ac:spMkLst>
        </pc:spChg>
        <pc:spChg chg="add del mod">
          <ac:chgData name="시우 박" userId="d84769e11b5a7e89" providerId="LiveId" clId="{8CF3BD75-3907-463A-8392-211892A86BF4}" dt="2024-10-28T17:24:07.219" v="3256" actId="22"/>
          <ac:spMkLst>
            <pc:docMk/>
            <pc:sldMk cId="3899060685" sldId="285"/>
            <ac:spMk id="7" creationId="{87580F61-80FB-8750-4DD7-5F439CEEFE28}"/>
          </ac:spMkLst>
        </pc:spChg>
        <pc:spChg chg="add mod">
          <ac:chgData name="시우 박" userId="d84769e11b5a7e89" providerId="LiveId" clId="{8CF3BD75-3907-463A-8392-211892A86BF4}" dt="2024-10-28T17:24:49.024" v="3270" actId="1076"/>
          <ac:spMkLst>
            <pc:docMk/>
            <pc:sldMk cId="3899060685" sldId="285"/>
            <ac:spMk id="10" creationId="{43F9A6F9-3861-9CB8-0AD1-866BA9838C36}"/>
          </ac:spMkLst>
        </pc:spChg>
        <pc:spChg chg="add mod">
          <ac:chgData name="시우 박" userId="d84769e11b5a7e89" providerId="LiveId" clId="{8CF3BD75-3907-463A-8392-211892A86BF4}" dt="2024-10-28T17:24:35.831" v="3265" actId="571"/>
          <ac:spMkLst>
            <pc:docMk/>
            <pc:sldMk cId="3899060685" sldId="285"/>
            <ac:spMk id="12" creationId="{E6E332DA-C258-B51F-F061-7A819AD571D2}"/>
          </ac:spMkLst>
        </pc:spChg>
        <pc:spChg chg="add mod">
          <ac:chgData name="시우 박" userId="d84769e11b5a7e89" providerId="LiveId" clId="{8CF3BD75-3907-463A-8392-211892A86BF4}" dt="2024-10-28T17:24:54.983" v="3272" actId="14100"/>
          <ac:spMkLst>
            <pc:docMk/>
            <pc:sldMk cId="3899060685" sldId="285"/>
            <ac:spMk id="13" creationId="{7051E83F-7CC5-5325-8B62-30B982AD5678}"/>
          </ac:spMkLst>
        </pc:spChg>
        <pc:spChg chg="add mod">
          <ac:chgData name="시우 박" userId="d84769e11b5a7e89" providerId="LiveId" clId="{8CF3BD75-3907-463A-8392-211892A86BF4}" dt="2024-10-28T17:25:13.502" v="3282" actId="1076"/>
          <ac:spMkLst>
            <pc:docMk/>
            <pc:sldMk cId="3899060685" sldId="285"/>
            <ac:spMk id="14" creationId="{85FC0BB5-DC0F-2B34-BCCE-46594D7191D9}"/>
          </ac:spMkLst>
        </pc:spChg>
        <pc:spChg chg="add mod">
          <ac:chgData name="시우 박" userId="d84769e11b5a7e89" providerId="LiveId" clId="{8CF3BD75-3907-463A-8392-211892A86BF4}" dt="2024-10-28T17:25:20.783" v="3286" actId="14100"/>
          <ac:spMkLst>
            <pc:docMk/>
            <pc:sldMk cId="3899060685" sldId="285"/>
            <ac:spMk id="15" creationId="{0C6A650F-924E-251B-0231-9BC9558AE17E}"/>
          </ac:spMkLst>
        </pc:spChg>
        <pc:spChg chg="add mod">
          <ac:chgData name="시우 박" userId="d84769e11b5a7e89" providerId="LiveId" clId="{8CF3BD75-3907-463A-8392-211892A86BF4}" dt="2024-10-28T17:25:32.112" v="3291" actId="14100"/>
          <ac:spMkLst>
            <pc:docMk/>
            <pc:sldMk cId="3899060685" sldId="285"/>
            <ac:spMk id="16" creationId="{CAFF6A89-5272-4504-2D26-17C97FDD6FAA}"/>
          </ac:spMkLst>
        </pc:spChg>
        <pc:spChg chg="add mod">
          <ac:chgData name="시우 박" userId="d84769e11b5a7e89" providerId="LiveId" clId="{8CF3BD75-3907-463A-8392-211892A86BF4}" dt="2024-10-28T17:27:19.981" v="3314" actId="20577"/>
          <ac:spMkLst>
            <pc:docMk/>
            <pc:sldMk cId="3899060685" sldId="285"/>
            <ac:spMk id="17" creationId="{0FEB3040-A5B3-8D1B-BE4B-8C3F58018A6F}"/>
          </ac:spMkLst>
        </pc:spChg>
        <pc:spChg chg="add mod">
          <ac:chgData name="시우 박" userId="d84769e11b5a7e89" providerId="LiveId" clId="{8CF3BD75-3907-463A-8392-211892A86BF4}" dt="2024-10-28T17:28:22.978" v="3335" actId="1076"/>
          <ac:spMkLst>
            <pc:docMk/>
            <pc:sldMk cId="3899060685" sldId="285"/>
            <ac:spMk id="18" creationId="{75BD76F3-6DB1-EF63-D75A-8A28C5D3251A}"/>
          </ac:spMkLst>
        </pc:spChg>
        <pc:spChg chg="mod">
          <ac:chgData name="시우 박" userId="d84769e11b5a7e89" providerId="LiveId" clId="{8CF3BD75-3907-463A-8392-211892A86BF4}" dt="2024-10-28T17:36:15.958" v="5407" actId="20577"/>
          <ac:spMkLst>
            <pc:docMk/>
            <pc:sldMk cId="3899060685" sldId="285"/>
            <ac:spMk id="19" creationId="{989CD92A-A7AE-25DB-E0B4-D17B275F401E}"/>
          </ac:spMkLst>
        </pc:spChg>
        <pc:spChg chg="add mod">
          <ac:chgData name="시우 박" userId="d84769e11b5a7e89" providerId="LiveId" clId="{8CF3BD75-3907-463A-8392-211892A86BF4}" dt="2024-10-28T17:27:23.357" v="3318" actId="20577"/>
          <ac:spMkLst>
            <pc:docMk/>
            <pc:sldMk cId="3899060685" sldId="285"/>
            <ac:spMk id="20" creationId="{D0BDE0C2-01F3-3268-6452-D30A51201DAB}"/>
          </ac:spMkLst>
        </pc:spChg>
        <pc:spChg chg="add mod">
          <ac:chgData name="시우 박" userId="d84769e11b5a7e89" providerId="LiveId" clId="{8CF3BD75-3907-463A-8392-211892A86BF4}" dt="2024-10-28T17:27:24.846" v="3320" actId="20577"/>
          <ac:spMkLst>
            <pc:docMk/>
            <pc:sldMk cId="3899060685" sldId="285"/>
            <ac:spMk id="21" creationId="{49BF2A12-8111-B512-8A6D-A441EC64D9C6}"/>
          </ac:spMkLst>
        </pc:spChg>
        <pc:spChg chg="add mod">
          <ac:chgData name="시우 박" userId="d84769e11b5a7e89" providerId="LiveId" clId="{8CF3BD75-3907-463A-8392-211892A86BF4}" dt="2024-10-28T17:27:26.645" v="3322" actId="20577"/>
          <ac:spMkLst>
            <pc:docMk/>
            <pc:sldMk cId="3899060685" sldId="285"/>
            <ac:spMk id="22" creationId="{089BF4C6-566D-2EAA-95E5-16FA043886A1}"/>
          </ac:spMkLst>
        </pc:spChg>
        <pc:spChg chg="add mod">
          <ac:chgData name="시우 박" userId="d84769e11b5a7e89" providerId="LiveId" clId="{8CF3BD75-3907-463A-8392-211892A86BF4}" dt="2024-10-28T17:27:13.582" v="3311" actId="14100"/>
          <ac:spMkLst>
            <pc:docMk/>
            <pc:sldMk cId="3899060685" sldId="285"/>
            <ac:spMk id="23" creationId="{5B19CADA-4808-601C-099B-7BA874FAE157}"/>
          </ac:spMkLst>
        </pc:spChg>
        <pc:spChg chg="add mod">
          <ac:chgData name="시우 박" userId="d84769e11b5a7e89" providerId="LiveId" clId="{8CF3BD75-3907-463A-8392-211892A86BF4}" dt="2024-10-28T17:27:18.100" v="3312" actId="571"/>
          <ac:spMkLst>
            <pc:docMk/>
            <pc:sldMk cId="3899060685" sldId="285"/>
            <ac:spMk id="24" creationId="{C7E57D8E-27B7-6A5D-635D-8A9AA54F509F}"/>
          </ac:spMkLst>
        </pc:spChg>
        <pc:picChg chg="add del mod ord">
          <ac:chgData name="시우 박" userId="d84769e11b5a7e89" providerId="LiveId" clId="{8CF3BD75-3907-463A-8392-211892A86BF4}" dt="2024-10-28T17:24:02.568" v="3255" actId="478"/>
          <ac:picMkLst>
            <pc:docMk/>
            <pc:sldMk cId="3899060685" sldId="285"/>
            <ac:picMk id="5" creationId="{CD9EEDD8-BAB0-8026-68FC-1A4CCB849A46}"/>
          </ac:picMkLst>
        </pc:picChg>
        <pc:picChg chg="add mod ord">
          <ac:chgData name="시우 박" userId="d84769e11b5a7e89" providerId="LiveId" clId="{8CF3BD75-3907-463A-8392-211892A86BF4}" dt="2024-10-28T17:25:25.103" v="3289" actId="1076"/>
          <ac:picMkLst>
            <pc:docMk/>
            <pc:sldMk cId="3899060685" sldId="285"/>
            <ac:picMk id="9" creationId="{7343AEA5-59A0-C969-59C0-29F9F4C34DB0}"/>
          </ac:picMkLst>
        </pc:picChg>
        <pc:picChg chg="add mod">
          <ac:chgData name="시우 박" userId="d84769e11b5a7e89" providerId="LiveId" clId="{8CF3BD75-3907-463A-8392-211892A86BF4}" dt="2024-10-28T17:24:35.831" v="3265" actId="571"/>
          <ac:picMkLst>
            <pc:docMk/>
            <pc:sldMk cId="3899060685" sldId="285"/>
            <ac:picMk id="11" creationId="{1737365D-C8B4-019A-7805-A1067148ECD5}"/>
          </ac:picMkLst>
        </pc:picChg>
        <pc:cxnChg chg="add mod">
          <ac:chgData name="시우 박" userId="d84769e11b5a7e89" providerId="LiveId" clId="{8CF3BD75-3907-463A-8392-211892A86BF4}" dt="2024-10-28T17:27:42.818" v="3324" actId="13822"/>
          <ac:cxnSpMkLst>
            <pc:docMk/>
            <pc:sldMk cId="3899060685" sldId="285"/>
            <ac:cxnSpMk id="26" creationId="{30655E3A-A479-4A81-66BE-C5C9921DF184}"/>
          </ac:cxnSpMkLst>
        </pc:cxnChg>
        <pc:cxnChg chg="add mod">
          <ac:chgData name="시우 박" userId="d84769e11b5a7e89" providerId="LiveId" clId="{8CF3BD75-3907-463A-8392-211892A86BF4}" dt="2024-10-28T17:27:49.547" v="3326" actId="13822"/>
          <ac:cxnSpMkLst>
            <pc:docMk/>
            <pc:sldMk cId="3899060685" sldId="285"/>
            <ac:cxnSpMk id="28" creationId="{AE2D1B38-D511-9692-7D98-71C461E782C8}"/>
          </ac:cxnSpMkLst>
        </pc:cxnChg>
        <pc:cxnChg chg="add mod">
          <ac:chgData name="시우 박" userId="d84769e11b5a7e89" providerId="LiveId" clId="{8CF3BD75-3907-463A-8392-211892A86BF4}" dt="2024-10-28T17:28:22.978" v="3335" actId="1076"/>
          <ac:cxnSpMkLst>
            <pc:docMk/>
            <pc:sldMk cId="3899060685" sldId="285"/>
            <ac:cxnSpMk id="30" creationId="{963E976B-B79A-9B61-64F2-A3FDDEDD5D9E}"/>
          </ac:cxnSpMkLst>
        </pc:cxnChg>
        <pc:cxnChg chg="add mod">
          <ac:chgData name="시우 박" userId="d84769e11b5a7e89" providerId="LiveId" clId="{8CF3BD75-3907-463A-8392-211892A86BF4}" dt="2024-10-28T17:28:03.134" v="3330" actId="13822"/>
          <ac:cxnSpMkLst>
            <pc:docMk/>
            <pc:sldMk cId="3899060685" sldId="285"/>
            <ac:cxnSpMk id="32" creationId="{5A0E3A67-105A-5100-96CE-EE5C36C9399B}"/>
          </ac:cxnSpMkLst>
        </pc:cxnChg>
        <pc:cxnChg chg="add mod">
          <ac:chgData name="시우 박" userId="d84769e11b5a7e89" providerId="LiveId" clId="{8CF3BD75-3907-463A-8392-211892A86BF4}" dt="2024-10-28T17:28:10.397" v="3332" actId="13822"/>
          <ac:cxnSpMkLst>
            <pc:docMk/>
            <pc:sldMk cId="3899060685" sldId="285"/>
            <ac:cxnSpMk id="34" creationId="{3FDEF16A-446C-0462-1155-AD0E1A2DBA99}"/>
          </ac:cxnSpMkLst>
        </pc:cxnChg>
        <pc:cxnChg chg="add mod">
          <ac:chgData name="시우 박" userId="d84769e11b5a7e89" providerId="LiveId" clId="{8CF3BD75-3907-463A-8392-211892A86BF4}" dt="2024-10-28T17:28:16.972" v="3334" actId="13822"/>
          <ac:cxnSpMkLst>
            <pc:docMk/>
            <pc:sldMk cId="3899060685" sldId="285"/>
            <ac:cxnSpMk id="36" creationId="{A917B0DD-66F6-80DC-7004-57FE3C13DFB7}"/>
          </ac:cxnSpMkLst>
        </pc:cxnChg>
      </pc:sldChg>
      <pc:sldChg chg="addSp delSp modSp add mod">
        <pc:chgData name="시우 박" userId="d84769e11b5a7e89" providerId="LiveId" clId="{8CF3BD75-3907-463A-8392-211892A86BF4}" dt="2024-10-28T17:48:50.653" v="6431" actId="20577"/>
        <pc:sldMkLst>
          <pc:docMk/>
          <pc:sldMk cId="1430299484" sldId="286"/>
        </pc:sldMkLst>
        <pc:spChg chg="mod">
          <ac:chgData name="시우 박" userId="d84769e11b5a7e89" providerId="LiveId" clId="{8CF3BD75-3907-463A-8392-211892A86BF4}" dt="2024-10-28T17:38:10.449" v="5508" actId="20577"/>
          <ac:spMkLst>
            <pc:docMk/>
            <pc:sldMk cId="1430299484" sldId="286"/>
            <ac:spMk id="2" creationId="{377EAD67-6603-7130-BBA3-D4A0C62E1A45}"/>
          </ac:spMkLst>
        </pc:spChg>
        <pc:spChg chg="del">
          <ac:chgData name="시우 박" userId="d84769e11b5a7e89" providerId="LiveId" clId="{8CF3BD75-3907-463A-8392-211892A86BF4}" dt="2024-10-28T17:37:14.514" v="5470" actId="22"/>
          <ac:spMkLst>
            <pc:docMk/>
            <pc:sldMk cId="1430299484" sldId="286"/>
            <ac:spMk id="4" creationId="{609DB3A1-B6C2-08A7-0585-08473CE57805}"/>
          </ac:spMkLst>
        </pc:spChg>
        <pc:spChg chg="add mod">
          <ac:chgData name="시우 박" userId="d84769e11b5a7e89" providerId="LiveId" clId="{8CF3BD75-3907-463A-8392-211892A86BF4}" dt="2024-10-28T17:43:24.321" v="5571" actId="208"/>
          <ac:spMkLst>
            <pc:docMk/>
            <pc:sldMk cId="1430299484" sldId="286"/>
            <ac:spMk id="6" creationId="{ECFACC97-D1B3-5A1B-C77E-2EE2271A1E00}"/>
          </ac:spMkLst>
        </pc:spChg>
        <pc:spChg chg="add mod">
          <ac:chgData name="시우 박" userId="d84769e11b5a7e89" providerId="LiveId" clId="{8CF3BD75-3907-463A-8392-211892A86BF4}" dt="2024-10-28T17:43:29.640" v="5572" actId="571"/>
          <ac:spMkLst>
            <pc:docMk/>
            <pc:sldMk cId="1430299484" sldId="286"/>
            <ac:spMk id="7" creationId="{470928FE-49A5-0FA8-8689-36B65B08021B}"/>
          </ac:spMkLst>
        </pc:spChg>
        <pc:spChg chg="add mod">
          <ac:chgData name="시우 박" userId="d84769e11b5a7e89" providerId="LiveId" clId="{8CF3BD75-3907-463A-8392-211892A86BF4}" dt="2024-10-28T17:43:38.979" v="5574" actId="14100"/>
          <ac:spMkLst>
            <pc:docMk/>
            <pc:sldMk cId="1430299484" sldId="286"/>
            <ac:spMk id="8" creationId="{E18F794E-99F7-7959-F1D3-E39A8E0760D9}"/>
          </ac:spMkLst>
        </pc:spChg>
        <pc:spChg chg="mod">
          <ac:chgData name="시우 박" userId="d84769e11b5a7e89" providerId="LiveId" clId="{8CF3BD75-3907-463A-8392-211892A86BF4}" dt="2024-10-28T17:48:50.653" v="6431" actId="20577"/>
          <ac:spMkLst>
            <pc:docMk/>
            <pc:sldMk cId="1430299484" sldId="286"/>
            <ac:spMk id="19" creationId="{E5E2B5B5-95D6-3DAB-F5F2-F7EC0A5BF9CE}"/>
          </ac:spMkLst>
        </pc:spChg>
        <pc:picChg chg="add mod ord">
          <ac:chgData name="시우 박" userId="d84769e11b5a7e89" providerId="LiveId" clId="{8CF3BD75-3907-463A-8392-211892A86BF4}" dt="2024-10-28T17:37:21.005" v="5472" actId="14100"/>
          <ac:picMkLst>
            <pc:docMk/>
            <pc:sldMk cId="1430299484" sldId="286"/>
            <ac:picMk id="5" creationId="{47DF8F86-45ED-BB5D-5416-F41BB5A56E97}"/>
          </ac:picMkLst>
        </pc:picChg>
      </pc:sldChg>
      <pc:sldChg chg="addSp delSp modSp add mod">
        <pc:chgData name="시우 박" userId="d84769e11b5a7e89" providerId="LiveId" clId="{8CF3BD75-3907-463A-8392-211892A86BF4}" dt="2024-10-28T18:00:41.800" v="8519" actId="20577"/>
        <pc:sldMkLst>
          <pc:docMk/>
          <pc:sldMk cId="45648673" sldId="287"/>
        </pc:sldMkLst>
        <pc:spChg chg="mod">
          <ac:chgData name="시우 박" userId="d84769e11b5a7e89" providerId="LiveId" clId="{8CF3BD75-3907-463A-8392-211892A86BF4}" dt="2024-10-28T17:37:44.906" v="5494" actId="20577"/>
          <ac:spMkLst>
            <pc:docMk/>
            <pc:sldMk cId="45648673" sldId="287"/>
            <ac:spMk id="2" creationId="{E82573D8-F3C8-FDE3-CDDD-D1E55DA04A61}"/>
          </ac:spMkLst>
        </pc:spChg>
        <pc:spChg chg="add del mod">
          <ac:chgData name="시우 박" userId="d84769e11b5a7e89" providerId="LiveId" clId="{8CF3BD75-3907-463A-8392-211892A86BF4}" dt="2024-10-28T17:37:51.986" v="5496" actId="22"/>
          <ac:spMkLst>
            <pc:docMk/>
            <pc:sldMk cId="45648673" sldId="287"/>
            <ac:spMk id="4" creationId="{47A850CC-4499-8934-61DB-D86DB1F4EF45}"/>
          </ac:spMkLst>
        </pc:spChg>
        <pc:spChg chg="mod">
          <ac:chgData name="시우 박" userId="d84769e11b5a7e89" providerId="LiveId" clId="{8CF3BD75-3907-463A-8392-211892A86BF4}" dt="2024-10-28T18:00:41.800" v="8519" actId="20577"/>
          <ac:spMkLst>
            <pc:docMk/>
            <pc:sldMk cId="45648673" sldId="287"/>
            <ac:spMk id="19" creationId="{BA34E853-BC1D-6859-381D-29111441BCB6}"/>
          </ac:spMkLst>
        </pc:spChg>
        <pc:picChg chg="del">
          <ac:chgData name="시우 박" userId="d84769e11b5a7e89" providerId="LiveId" clId="{8CF3BD75-3907-463A-8392-211892A86BF4}" dt="2024-10-28T17:37:45.559" v="5495" actId="478"/>
          <ac:picMkLst>
            <pc:docMk/>
            <pc:sldMk cId="45648673" sldId="287"/>
            <ac:picMk id="5" creationId="{9EC73CCE-B93F-31CD-FA0A-0BFEACB12F7F}"/>
          </ac:picMkLst>
        </pc:picChg>
        <pc:picChg chg="add mod ord">
          <ac:chgData name="시우 박" userId="d84769e11b5a7e89" providerId="LiveId" clId="{8CF3BD75-3907-463A-8392-211892A86BF4}" dt="2024-10-28T17:37:58.935" v="5498" actId="14100"/>
          <ac:picMkLst>
            <pc:docMk/>
            <pc:sldMk cId="45648673" sldId="287"/>
            <ac:picMk id="7" creationId="{D64094C4-AC77-4B41-C479-0F8C99CB3D99}"/>
          </ac:picMkLst>
        </pc:picChg>
      </pc:sldChg>
      <pc:sldChg chg="addSp delSp modSp add mod">
        <pc:chgData name="시우 박" userId="d84769e11b5a7e89" providerId="LiveId" clId="{8CF3BD75-3907-463A-8392-211892A86BF4}" dt="2024-10-28T17:59:11.061" v="8210" actId="20577"/>
        <pc:sldMkLst>
          <pc:docMk/>
          <pc:sldMk cId="2049083983" sldId="288"/>
        </pc:sldMkLst>
        <pc:spChg chg="mod">
          <ac:chgData name="시우 박" userId="d84769e11b5a7e89" providerId="LiveId" clId="{8CF3BD75-3907-463A-8392-211892A86BF4}" dt="2024-10-28T17:38:49.030" v="5539" actId="20577"/>
          <ac:spMkLst>
            <pc:docMk/>
            <pc:sldMk cId="2049083983" sldId="288"/>
            <ac:spMk id="2" creationId="{A3E7A082-06A4-AEFE-6F5B-951F80EC7E78}"/>
          </ac:spMkLst>
        </pc:spChg>
        <pc:spChg chg="add del mod">
          <ac:chgData name="시우 박" userId="d84769e11b5a7e89" providerId="LiveId" clId="{8CF3BD75-3907-463A-8392-211892A86BF4}" dt="2024-10-28T17:38:24.826" v="5530" actId="22"/>
          <ac:spMkLst>
            <pc:docMk/>
            <pc:sldMk cId="2049083983" sldId="288"/>
            <ac:spMk id="4" creationId="{BC732D7A-3980-B7B1-F02A-F8C7843D19DB}"/>
          </ac:spMkLst>
        </pc:spChg>
        <pc:spChg chg="add del mod">
          <ac:chgData name="시우 박" userId="d84769e11b5a7e89" providerId="LiveId" clId="{8CF3BD75-3907-463A-8392-211892A86BF4}" dt="2024-10-28T17:39:57.850" v="5553" actId="22"/>
          <ac:spMkLst>
            <pc:docMk/>
            <pc:sldMk cId="2049083983" sldId="288"/>
            <ac:spMk id="11" creationId="{EB5F8C48-4319-606E-16FD-FB7B738D873B}"/>
          </ac:spMkLst>
        </pc:spChg>
        <pc:spChg chg="add mod">
          <ac:chgData name="시우 박" userId="d84769e11b5a7e89" providerId="LiveId" clId="{8CF3BD75-3907-463A-8392-211892A86BF4}" dt="2024-10-28T17:54:25.201" v="7156" actId="14100"/>
          <ac:spMkLst>
            <pc:docMk/>
            <pc:sldMk cId="2049083983" sldId="288"/>
            <ac:spMk id="14" creationId="{ABE29A65-976F-EF96-AE8A-2DB56484473F}"/>
          </ac:spMkLst>
        </pc:spChg>
        <pc:spChg chg="add mod">
          <ac:chgData name="시우 박" userId="d84769e11b5a7e89" providerId="LiveId" clId="{8CF3BD75-3907-463A-8392-211892A86BF4}" dt="2024-10-28T17:54:31.752" v="7158" actId="14100"/>
          <ac:spMkLst>
            <pc:docMk/>
            <pc:sldMk cId="2049083983" sldId="288"/>
            <ac:spMk id="15" creationId="{967A5BEA-AAC5-B556-30CD-45DA613E351F}"/>
          </ac:spMkLst>
        </pc:spChg>
        <pc:spChg chg="add mod">
          <ac:chgData name="시우 박" userId="d84769e11b5a7e89" providerId="LiveId" clId="{8CF3BD75-3907-463A-8392-211892A86BF4}" dt="2024-10-28T17:54:37.035" v="7160" actId="14100"/>
          <ac:spMkLst>
            <pc:docMk/>
            <pc:sldMk cId="2049083983" sldId="288"/>
            <ac:spMk id="16" creationId="{5BB58E77-1B62-2198-35D6-80F789AD46A1}"/>
          </ac:spMkLst>
        </pc:spChg>
        <pc:spChg chg="add mod">
          <ac:chgData name="시우 박" userId="d84769e11b5a7e89" providerId="LiveId" clId="{8CF3BD75-3907-463A-8392-211892A86BF4}" dt="2024-10-28T17:54:46.925" v="7162" actId="14100"/>
          <ac:spMkLst>
            <pc:docMk/>
            <pc:sldMk cId="2049083983" sldId="288"/>
            <ac:spMk id="17" creationId="{883BCB3B-1946-E4EE-43FE-C27B43C05D94}"/>
          </ac:spMkLst>
        </pc:spChg>
        <pc:spChg chg="add mod">
          <ac:chgData name="시우 박" userId="d84769e11b5a7e89" providerId="LiveId" clId="{8CF3BD75-3907-463A-8392-211892A86BF4}" dt="2024-10-28T17:54:56.827" v="7164" actId="1076"/>
          <ac:spMkLst>
            <pc:docMk/>
            <pc:sldMk cId="2049083983" sldId="288"/>
            <ac:spMk id="18" creationId="{8BF55843-31BC-8489-0089-DE433451468E}"/>
          </ac:spMkLst>
        </pc:spChg>
        <pc:spChg chg="mod">
          <ac:chgData name="시우 박" userId="d84769e11b5a7e89" providerId="LiveId" clId="{8CF3BD75-3907-463A-8392-211892A86BF4}" dt="2024-10-28T17:59:11.061" v="8210" actId="20577"/>
          <ac:spMkLst>
            <pc:docMk/>
            <pc:sldMk cId="2049083983" sldId="288"/>
            <ac:spMk id="19" creationId="{F3A3966B-679D-2143-27B5-AC3190E39D11}"/>
          </ac:spMkLst>
        </pc:spChg>
        <pc:spChg chg="add mod">
          <ac:chgData name="시우 박" userId="d84769e11b5a7e89" providerId="LiveId" clId="{8CF3BD75-3907-463A-8392-211892A86BF4}" dt="2024-10-28T17:55:06.990" v="7169" actId="20577"/>
          <ac:spMkLst>
            <pc:docMk/>
            <pc:sldMk cId="2049083983" sldId="288"/>
            <ac:spMk id="20" creationId="{9FC1F489-33CD-CF07-6069-5055BD7A9885}"/>
          </ac:spMkLst>
        </pc:spChg>
        <pc:spChg chg="add mod">
          <ac:chgData name="시우 박" userId="d84769e11b5a7e89" providerId="LiveId" clId="{8CF3BD75-3907-463A-8392-211892A86BF4}" dt="2024-10-28T17:55:10.165" v="7171" actId="20577"/>
          <ac:spMkLst>
            <pc:docMk/>
            <pc:sldMk cId="2049083983" sldId="288"/>
            <ac:spMk id="21" creationId="{4E79A21A-B216-F4D1-2A53-EFFF6F46BCDF}"/>
          </ac:spMkLst>
        </pc:spChg>
        <pc:spChg chg="add mod">
          <ac:chgData name="시우 박" userId="d84769e11b5a7e89" providerId="LiveId" clId="{8CF3BD75-3907-463A-8392-211892A86BF4}" dt="2024-10-28T17:55:12.214" v="7173" actId="20577"/>
          <ac:spMkLst>
            <pc:docMk/>
            <pc:sldMk cId="2049083983" sldId="288"/>
            <ac:spMk id="22" creationId="{AC572721-37DB-3EA8-23A5-295A08148A9A}"/>
          </ac:spMkLst>
        </pc:spChg>
        <pc:picChg chg="del">
          <ac:chgData name="시우 박" userId="d84769e11b5a7e89" providerId="LiveId" clId="{8CF3BD75-3907-463A-8392-211892A86BF4}" dt="2024-10-28T17:38:23.855" v="5529" actId="478"/>
          <ac:picMkLst>
            <pc:docMk/>
            <pc:sldMk cId="2049083983" sldId="288"/>
            <ac:picMk id="5" creationId="{E66D9E6A-1709-9C26-BDDA-A9C9B207A854}"/>
          </ac:picMkLst>
        </pc:picChg>
        <pc:picChg chg="add del mod ord">
          <ac:chgData name="시우 박" userId="d84769e11b5a7e89" providerId="LiveId" clId="{8CF3BD75-3907-463A-8392-211892A86BF4}" dt="2024-10-28T17:39:52.630" v="5552" actId="478"/>
          <ac:picMkLst>
            <pc:docMk/>
            <pc:sldMk cId="2049083983" sldId="288"/>
            <ac:picMk id="7" creationId="{4C1D5D09-CB38-2B2E-B1F8-51E71380D8AA}"/>
          </ac:picMkLst>
        </pc:picChg>
        <pc:picChg chg="add del">
          <ac:chgData name="시우 박" userId="d84769e11b5a7e89" providerId="LiveId" clId="{8CF3BD75-3907-463A-8392-211892A86BF4}" dt="2024-10-28T17:38:44.821" v="5535" actId="22"/>
          <ac:picMkLst>
            <pc:docMk/>
            <pc:sldMk cId="2049083983" sldId="288"/>
            <ac:picMk id="9" creationId="{2FAF876D-6DD2-0BA2-A6F3-1F4082A61D26}"/>
          </ac:picMkLst>
        </pc:picChg>
        <pc:picChg chg="add mod ord">
          <ac:chgData name="시우 박" userId="d84769e11b5a7e89" providerId="LiveId" clId="{8CF3BD75-3907-463A-8392-211892A86BF4}" dt="2024-10-28T17:40:02.829" v="5555" actId="14100"/>
          <ac:picMkLst>
            <pc:docMk/>
            <pc:sldMk cId="2049083983" sldId="288"/>
            <ac:picMk id="13" creationId="{65B03477-392E-7318-027C-9F0EDCB0366A}"/>
          </ac:picMkLst>
        </pc:picChg>
        <pc:cxnChg chg="add mod">
          <ac:chgData name="시우 박" userId="d84769e11b5a7e89" providerId="LiveId" clId="{8CF3BD75-3907-463A-8392-211892A86BF4}" dt="2024-10-28T17:55:42.030" v="7175" actId="13822"/>
          <ac:cxnSpMkLst>
            <pc:docMk/>
            <pc:sldMk cId="2049083983" sldId="288"/>
            <ac:cxnSpMk id="24" creationId="{F790EA9F-C687-737D-DBA4-A7CC5566E142}"/>
          </ac:cxnSpMkLst>
        </pc:cxnChg>
        <pc:cxnChg chg="add mod">
          <ac:chgData name="시우 박" userId="d84769e11b5a7e89" providerId="LiveId" clId="{8CF3BD75-3907-463A-8392-211892A86BF4}" dt="2024-10-28T17:55:48.772" v="7177" actId="13822"/>
          <ac:cxnSpMkLst>
            <pc:docMk/>
            <pc:sldMk cId="2049083983" sldId="288"/>
            <ac:cxnSpMk id="26" creationId="{8554EE9F-BEE9-4D0C-361D-0EBC7AF41F72}"/>
          </ac:cxnSpMkLst>
        </pc:cxnChg>
        <pc:cxnChg chg="add mod">
          <ac:chgData name="시우 박" userId="d84769e11b5a7e89" providerId="LiveId" clId="{8CF3BD75-3907-463A-8392-211892A86BF4}" dt="2024-10-28T17:55:55.630" v="7179" actId="13822"/>
          <ac:cxnSpMkLst>
            <pc:docMk/>
            <pc:sldMk cId="2049083983" sldId="288"/>
            <ac:cxnSpMk id="28" creationId="{10449AB5-AC28-47F8-51BB-34876C979A02}"/>
          </ac:cxnSpMkLst>
        </pc:cxnChg>
        <pc:cxnChg chg="add mod">
          <ac:chgData name="시우 박" userId="d84769e11b5a7e89" providerId="LiveId" clId="{8CF3BD75-3907-463A-8392-211892A86BF4}" dt="2024-10-28T17:56:02.866" v="7181" actId="13822"/>
          <ac:cxnSpMkLst>
            <pc:docMk/>
            <pc:sldMk cId="2049083983" sldId="288"/>
            <ac:cxnSpMk id="30" creationId="{DC810C5E-89DA-978B-EF5A-D983849E1E97}"/>
          </ac:cxnSpMkLst>
        </pc:cxnChg>
      </pc:sldChg>
      <pc:sldChg chg="addSp delSp modSp add mod">
        <pc:chgData name="시우 박" userId="d84769e11b5a7e89" providerId="LiveId" clId="{8CF3BD75-3907-463A-8392-211892A86BF4}" dt="2024-10-28T17:59:49.922" v="8302" actId="20577"/>
        <pc:sldMkLst>
          <pc:docMk/>
          <pc:sldMk cId="1577199862" sldId="289"/>
        </pc:sldMkLst>
        <pc:spChg chg="mod">
          <ac:chgData name="시우 박" userId="d84769e11b5a7e89" providerId="LiveId" clId="{8CF3BD75-3907-463A-8392-211892A86BF4}" dt="2024-10-28T17:38:53.141" v="5542" actId="20577"/>
          <ac:spMkLst>
            <pc:docMk/>
            <pc:sldMk cId="1577199862" sldId="289"/>
            <ac:spMk id="2" creationId="{5D9AC143-E437-025A-0F85-5CBCA26F580A}"/>
          </ac:spMkLst>
        </pc:spChg>
        <pc:spChg chg="add del mod">
          <ac:chgData name="시우 박" userId="d84769e11b5a7e89" providerId="LiveId" clId="{8CF3BD75-3907-463A-8392-211892A86BF4}" dt="2024-10-28T17:39:00.842" v="5544" actId="22"/>
          <ac:spMkLst>
            <pc:docMk/>
            <pc:sldMk cId="1577199862" sldId="289"/>
            <ac:spMk id="4" creationId="{366A311E-9CBD-2B9E-9DED-17D90BD4A5EF}"/>
          </ac:spMkLst>
        </pc:spChg>
        <pc:spChg chg="mod">
          <ac:chgData name="시우 박" userId="d84769e11b5a7e89" providerId="LiveId" clId="{8CF3BD75-3907-463A-8392-211892A86BF4}" dt="2024-10-28T17:59:49.922" v="8302" actId="20577"/>
          <ac:spMkLst>
            <pc:docMk/>
            <pc:sldMk cId="1577199862" sldId="289"/>
            <ac:spMk id="19" creationId="{56A1778C-4FF7-2A7E-DADD-CC3FBE8EDDFB}"/>
          </ac:spMkLst>
        </pc:spChg>
        <pc:picChg chg="add mod ord">
          <ac:chgData name="시우 박" userId="d84769e11b5a7e89" providerId="LiveId" clId="{8CF3BD75-3907-463A-8392-211892A86BF4}" dt="2024-10-28T17:39:15.365" v="5547" actId="14100"/>
          <ac:picMkLst>
            <pc:docMk/>
            <pc:sldMk cId="1577199862" sldId="289"/>
            <ac:picMk id="6" creationId="{44EE0E9E-C517-43CE-7456-861841629182}"/>
          </ac:picMkLst>
        </pc:picChg>
        <pc:picChg chg="del">
          <ac:chgData name="시우 박" userId="d84769e11b5a7e89" providerId="LiveId" clId="{8CF3BD75-3907-463A-8392-211892A86BF4}" dt="2024-10-28T17:38:54.718" v="5543" actId="478"/>
          <ac:picMkLst>
            <pc:docMk/>
            <pc:sldMk cId="1577199862" sldId="289"/>
            <ac:picMk id="7" creationId="{7FEFD331-F972-CEE2-725B-1ED4272D83FB}"/>
          </ac:picMkLst>
        </pc:picChg>
      </pc:sldChg>
      <pc:sldChg chg="addSp delSp modSp add mod">
        <pc:chgData name="시우 박" userId="d84769e11b5a7e89" providerId="LiveId" clId="{8CF3BD75-3907-463A-8392-211892A86BF4}" dt="2024-10-28T17:59:43.888" v="8286" actId="20577"/>
        <pc:sldMkLst>
          <pc:docMk/>
          <pc:sldMk cId="4160201350" sldId="290"/>
        </pc:sldMkLst>
        <pc:spChg chg="mod">
          <ac:chgData name="시우 박" userId="d84769e11b5a7e89" providerId="LiveId" clId="{8CF3BD75-3907-463A-8392-211892A86BF4}" dt="2024-10-28T17:39:20.286" v="5550" actId="20577"/>
          <ac:spMkLst>
            <pc:docMk/>
            <pc:sldMk cId="4160201350" sldId="290"/>
            <ac:spMk id="2" creationId="{BB5F3634-46AF-80AF-EAD6-AFD5EE9B247E}"/>
          </ac:spMkLst>
        </pc:spChg>
        <pc:spChg chg="add del mod">
          <ac:chgData name="시우 박" userId="d84769e11b5a7e89" providerId="LiveId" clId="{8CF3BD75-3907-463A-8392-211892A86BF4}" dt="2024-10-28T17:40:09.283" v="5556" actId="22"/>
          <ac:spMkLst>
            <pc:docMk/>
            <pc:sldMk cId="4160201350" sldId="290"/>
            <ac:spMk id="4" creationId="{19C710CB-F708-B662-2FD5-25248727F0C4}"/>
          </ac:spMkLst>
        </pc:spChg>
        <pc:spChg chg="add del mod">
          <ac:chgData name="시우 박" userId="d84769e11b5a7e89" providerId="LiveId" clId="{8CF3BD75-3907-463A-8392-211892A86BF4}" dt="2024-10-28T17:40:30.234" v="5560" actId="22"/>
          <ac:spMkLst>
            <pc:docMk/>
            <pc:sldMk cId="4160201350" sldId="290"/>
            <ac:spMk id="9" creationId="{5EA53510-6CD1-E5A8-94E0-801A24E927FA}"/>
          </ac:spMkLst>
        </pc:spChg>
        <pc:spChg chg="mod">
          <ac:chgData name="시우 박" userId="d84769e11b5a7e89" providerId="LiveId" clId="{8CF3BD75-3907-463A-8392-211892A86BF4}" dt="2024-10-28T17:59:43.888" v="8286" actId="20577"/>
          <ac:spMkLst>
            <pc:docMk/>
            <pc:sldMk cId="4160201350" sldId="290"/>
            <ac:spMk id="19" creationId="{216E57B0-368C-BA68-2B04-987937604E9C}"/>
          </ac:spMkLst>
        </pc:spChg>
        <pc:picChg chg="del">
          <ac:chgData name="시우 박" userId="d84769e11b5a7e89" providerId="LiveId" clId="{8CF3BD75-3907-463A-8392-211892A86BF4}" dt="2024-10-28T17:39:22.007" v="5551" actId="478"/>
          <ac:picMkLst>
            <pc:docMk/>
            <pc:sldMk cId="4160201350" sldId="290"/>
            <ac:picMk id="6" creationId="{149FEEC4-2124-C41B-1DCB-093A0D415597}"/>
          </ac:picMkLst>
        </pc:picChg>
        <pc:picChg chg="add del mod ord">
          <ac:chgData name="시우 박" userId="d84769e11b5a7e89" providerId="LiveId" clId="{8CF3BD75-3907-463A-8392-211892A86BF4}" dt="2024-10-28T17:40:29.255" v="5559" actId="478"/>
          <ac:picMkLst>
            <pc:docMk/>
            <pc:sldMk cId="4160201350" sldId="290"/>
            <ac:picMk id="7" creationId="{18301224-2866-E77C-BA55-B19BD47EF9BC}"/>
          </ac:picMkLst>
        </pc:picChg>
        <pc:picChg chg="add mod ord">
          <ac:chgData name="시우 박" userId="d84769e11b5a7e89" providerId="LiveId" clId="{8CF3BD75-3907-463A-8392-211892A86BF4}" dt="2024-10-28T17:40:35.325" v="5562" actId="14100"/>
          <ac:picMkLst>
            <pc:docMk/>
            <pc:sldMk cId="4160201350" sldId="290"/>
            <ac:picMk id="11" creationId="{D4948429-7F27-FD3A-988C-E3581E69FE04}"/>
          </ac:picMkLst>
        </pc:picChg>
      </pc:sldChg>
      <pc:sldChg chg="addSp delSp modSp add mod ord">
        <pc:chgData name="시우 박" userId="d84769e11b5a7e89" providerId="LiveId" clId="{8CF3BD75-3907-463A-8392-211892A86BF4}" dt="2024-10-28T18:04:38.565" v="8864" actId="20577"/>
        <pc:sldMkLst>
          <pc:docMk/>
          <pc:sldMk cId="3148392004" sldId="291"/>
        </pc:sldMkLst>
        <pc:spChg chg="mod">
          <ac:chgData name="시우 박" userId="d84769e11b5a7e89" providerId="LiveId" clId="{8CF3BD75-3907-463A-8392-211892A86BF4}" dt="2024-10-28T17:41:42.782" v="5568" actId="20577"/>
          <ac:spMkLst>
            <pc:docMk/>
            <pc:sldMk cId="3148392004" sldId="291"/>
            <ac:spMk id="2" creationId="{AF7D68B4-34BE-10A7-AF1B-427B6B0D7E7C}"/>
          </ac:spMkLst>
        </pc:spChg>
        <pc:spChg chg="del">
          <ac:chgData name="시우 박" userId="d84769e11b5a7e89" providerId="LiveId" clId="{8CF3BD75-3907-463A-8392-211892A86BF4}" dt="2024-10-28T17:41:17.018" v="5564" actId="22"/>
          <ac:spMkLst>
            <pc:docMk/>
            <pc:sldMk cId="3148392004" sldId="291"/>
            <ac:spMk id="4" creationId="{48A40EC6-B34D-90B5-B0C7-A0DA7BAE1FFB}"/>
          </ac:spMkLst>
        </pc:spChg>
        <pc:spChg chg="add mod">
          <ac:chgData name="시우 박" userId="d84769e11b5a7e89" providerId="LiveId" clId="{8CF3BD75-3907-463A-8392-211892A86BF4}" dt="2024-10-28T18:01:15.001" v="8524" actId="208"/>
          <ac:spMkLst>
            <pc:docMk/>
            <pc:sldMk cId="3148392004" sldId="291"/>
            <ac:spMk id="6" creationId="{9EF7C73B-18B7-2427-BEFC-F99318797190}"/>
          </ac:spMkLst>
        </pc:spChg>
        <pc:spChg chg="add mod">
          <ac:chgData name="시우 박" userId="d84769e11b5a7e89" providerId="LiveId" clId="{8CF3BD75-3907-463A-8392-211892A86BF4}" dt="2024-10-28T18:01:22.480" v="8526" actId="14100"/>
          <ac:spMkLst>
            <pc:docMk/>
            <pc:sldMk cId="3148392004" sldId="291"/>
            <ac:spMk id="7" creationId="{8C8E77CF-97E2-7C20-66E8-199FFE6EF98D}"/>
          </ac:spMkLst>
        </pc:spChg>
        <pc:spChg chg="add mod">
          <ac:chgData name="시우 박" userId="d84769e11b5a7e89" providerId="LiveId" clId="{8CF3BD75-3907-463A-8392-211892A86BF4}" dt="2024-10-28T18:01:28.454" v="8528" actId="14100"/>
          <ac:spMkLst>
            <pc:docMk/>
            <pc:sldMk cId="3148392004" sldId="291"/>
            <ac:spMk id="8" creationId="{681A9A7F-C7ED-DE22-7237-1DFBC2162CFB}"/>
          </ac:spMkLst>
        </pc:spChg>
        <pc:spChg chg="add mod">
          <ac:chgData name="시우 박" userId="d84769e11b5a7e89" providerId="LiveId" clId="{8CF3BD75-3907-463A-8392-211892A86BF4}" dt="2024-10-28T18:01:34.299" v="8530" actId="14100"/>
          <ac:spMkLst>
            <pc:docMk/>
            <pc:sldMk cId="3148392004" sldId="291"/>
            <ac:spMk id="9" creationId="{D32F3800-9552-7240-9983-D8DBD0915C14}"/>
          </ac:spMkLst>
        </pc:spChg>
        <pc:spChg chg="add mod">
          <ac:chgData name="시우 박" userId="d84769e11b5a7e89" providerId="LiveId" clId="{8CF3BD75-3907-463A-8392-211892A86BF4}" dt="2024-10-28T18:01:54.051" v="8534" actId="1076"/>
          <ac:spMkLst>
            <pc:docMk/>
            <pc:sldMk cId="3148392004" sldId="291"/>
            <ac:spMk id="10" creationId="{1767C5EC-BADA-4A8F-D4C9-BBFE4ED27131}"/>
          </ac:spMkLst>
        </pc:spChg>
        <pc:spChg chg="add mod">
          <ac:chgData name="시우 박" userId="d84769e11b5a7e89" providerId="LiveId" clId="{8CF3BD75-3907-463A-8392-211892A86BF4}" dt="2024-10-28T18:02:37.397" v="8547" actId="20577"/>
          <ac:spMkLst>
            <pc:docMk/>
            <pc:sldMk cId="3148392004" sldId="291"/>
            <ac:spMk id="11" creationId="{61F37EA4-0165-8746-B56B-1C8324E78507}"/>
          </ac:spMkLst>
        </pc:spChg>
        <pc:spChg chg="add mod">
          <ac:chgData name="시우 박" userId="d84769e11b5a7e89" providerId="LiveId" clId="{8CF3BD75-3907-463A-8392-211892A86BF4}" dt="2024-10-28T18:02:39.582" v="8549" actId="20577"/>
          <ac:spMkLst>
            <pc:docMk/>
            <pc:sldMk cId="3148392004" sldId="291"/>
            <ac:spMk id="12" creationId="{C7A1EAFA-0EF8-3B5C-3296-1272A8911514}"/>
          </ac:spMkLst>
        </pc:spChg>
        <pc:spChg chg="add mod">
          <ac:chgData name="시우 박" userId="d84769e11b5a7e89" providerId="LiveId" clId="{8CF3BD75-3907-463A-8392-211892A86BF4}" dt="2024-10-28T18:02:41.429" v="8551" actId="20577"/>
          <ac:spMkLst>
            <pc:docMk/>
            <pc:sldMk cId="3148392004" sldId="291"/>
            <ac:spMk id="13" creationId="{72796FDD-5814-7BC3-A21C-6AA15B620CF2}"/>
          </ac:spMkLst>
        </pc:spChg>
        <pc:spChg chg="mod">
          <ac:chgData name="시우 박" userId="d84769e11b5a7e89" providerId="LiveId" clId="{8CF3BD75-3907-463A-8392-211892A86BF4}" dt="2024-10-28T18:04:38.565" v="8864" actId="20577"/>
          <ac:spMkLst>
            <pc:docMk/>
            <pc:sldMk cId="3148392004" sldId="291"/>
            <ac:spMk id="19" creationId="{1A4E58CE-668F-DA2A-2F20-208DC271E628}"/>
          </ac:spMkLst>
        </pc:spChg>
        <pc:picChg chg="add mod ord">
          <ac:chgData name="시우 박" userId="d84769e11b5a7e89" providerId="LiveId" clId="{8CF3BD75-3907-463A-8392-211892A86BF4}" dt="2024-10-28T17:41:21.773" v="5566" actId="14100"/>
          <ac:picMkLst>
            <pc:docMk/>
            <pc:sldMk cId="3148392004" sldId="291"/>
            <ac:picMk id="5" creationId="{F7A7FCA4-0468-449F-0DE6-85F85522B32B}"/>
          </ac:picMkLst>
        </pc:picChg>
        <pc:cxnChg chg="add mod">
          <ac:chgData name="시우 박" userId="d84769e11b5a7e89" providerId="LiveId" clId="{8CF3BD75-3907-463A-8392-211892A86BF4}" dt="2024-10-28T18:02:11.726" v="8539" actId="13822"/>
          <ac:cxnSpMkLst>
            <pc:docMk/>
            <pc:sldMk cId="3148392004" sldId="291"/>
            <ac:cxnSpMk id="15" creationId="{8569C7E8-90CA-1807-C145-56419FB32355}"/>
          </ac:cxnSpMkLst>
        </pc:cxnChg>
        <pc:cxnChg chg="add mod">
          <ac:chgData name="시우 박" userId="d84769e11b5a7e89" providerId="LiveId" clId="{8CF3BD75-3907-463A-8392-211892A86BF4}" dt="2024-10-28T18:02:17.394" v="8541" actId="13822"/>
          <ac:cxnSpMkLst>
            <pc:docMk/>
            <pc:sldMk cId="3148392004" sldId="291"/>
            <ac:cxnSpMk id="17" creationId="{41EA4D7E-06A6-78A3-02D5-C92D9FB98124}"/>
          </ac:cxnSpMkLst>
        </pc:cxnChg>
        <pc:cxnChg chg="add mod">
          <ac:chgData name="시우 박" userId="d84769e11b5a7e89" providerId="LiveId" clId="{8CF3BD75-3907-463A-8392-211892A86BF4}" dt="2024-10-28T18:02:23.701" v="8543" actId="13822"/>
          <ac:cxnSpMkLst>
            <pc:docMk/>
            <pc:sldMk cId="3148392004" sldId="291"/>
            <ac:cxnSpMk id="20" creationId="{24E0068F-8F77-BA96-7A4F-42B46E891714}"/>
          </ac:cxnSpMkLst>
        </pc:cxnChg>
        <pc:cxnChg chg="add mod">
          <ac:chgData name="시우 박" userId="d84769e11b5a7e89" providerId="LiveId" clId="{8CF3BD75-3907-463A-8392-211892A86BF4}" dt="2024-10-28T18:02:30.012" v="8545" actId="13822"/>
          <ac:cxnSpMkLst>
            <pc:docMk/>
            <pc:sldMk cId="3148392004" sldId="291"/>
            <ac:cxnSpMk id="22" creationId="{344239AF-63DB-52CF-BAD4-8891D3350CDB}"/>
          </ac:cxnSpMkLst>
        </pc:cxnChg>
      </pc:sldChg>
      <pc:sldChg chg="addSp delSp modSp add mod">
        <pc:chgData name="시우 박" userId="d84769e11b5a7e89" providerId="LiveId" clId="{8CF3BD75-3907-463A-8392-211892A86BF4}" dt="2024-10-28T17:53:31.814" v="7011" actId="20577"/>
        <pc:sldMkLst>
          <pc:docMk/>
          <pc:sldMk cId="1749550159" sldId="292"/>
        </pc:sldMkLst>
        <pc:spChg chg="mod">
          <ac:chgData name="시우 박" userId="d84769e11b5a7e89" providerId="LiveId" clId="{8CF3BD75-3907-463A-8392-211892A86BF4}" dt="2024-10-28T17:49:18.918" v="6494" actId="20577"/>
          <ac:spMkLst>
            <pc:docMk/>
            <pc:sldMk cId="1749550159" sldId="292"/>
            <ac:spMk id="2" creationId="{00C7394A-98BB-8EC9-0213-CBB3F3DEFF61}"/>
          </ac:spMkLst>
        </pc:spChg>
        <pc:spChg chg="add del mod">
          <ac:chgData name="시우 박" userId="d84769e11b5a7e89" providerId="LiveId" clId="{8CF3BD75-3907-463A-8392-211892A86BF4}" dt="2024-10-28T17:49:42.242" v="6499" actId="22"/>
          <ac:spMkLst>
            <pc:docMk/>
            <pc:sldMk cId="1749550159" sldId="292"/>
            <ac:spMk id="4" creationId="{5B0B74A8-94B7-2800-75AA-2F65511C9617}"/>
          </ac:spMkLst>
        </pc:spChg>
        <pc:spChg chg="del">
          <ac:chgData name="시우 박" userId="d84769e11b5a7e89" providerId="LiveId" clId="{8CF3BD75-3907-463A-8392-211892A86BF4}" dt="2024-10-28T17:49:25.318" v="6496" actId="478"/>
          <ac:spMkLst>
            <pc:docMk/>
            <pc:sldMk cId="1749550159" sldId="292"/>
            <ac:spMk id="6" creationId="{186F9E35-CF43-C2A5-761D-F702A07E3991}"/>
          </ac:spMkLst>
        </pc:spChg>
        <pc:spChg chg="del">
          <ac:chgData name="시우 박" userId="d84769e11b5a7e89" providerId="LiveId" clId="{8CF3BD75-3907-463A-8392-211892A86BF4}" dt="2024-10-28T17:49:26.077" v="6497" actId="478"/>
          <ac:spMkLst>
            <pc:docMk/>
            <pc:sldMk cId="1749550159" sldId="292"/>
            <ac:spMk id="7" creationId="{DD7C6D01-1A8A-B12A-DDDC-4D73C74D7760}"/>
          </ac:spMkLst>
        </pc:spChg>
        <pc:spChg chg="del">
          <ac:chgData name="시우 박" userId="d84769e11b5a7e89" providerId="LiveId" clId="{8CF3BD75-3907-463A-8392-211892A86BF4}" dt="2024-10-28T17:49:32.629" v="6498" actId="478"/>
          <ac:spMkLst>
            <pc:docMk/>
            <pc:sldMk cId="1749550159" sldId="292"/>
            <ac:spMk id="8" creationId="{08BF8B05-14EC-129F-4C76-A936F343B135}"/>
          </ac:spMkLst>
        </pc:spChg>
        <pc:spChg chg="add mod">
          <ac:chgData name="시우 박" userId="d84769e11b5a7e89" providerId="LiveId" clId="{8CF3BD75-3907-463A-8392-211892A86BF4}" dt="2024-10-28T17:50:01.634" v="6504" actId="208"/>
          <ac:spMkLst>
            <pc:docMk/>
            <pc:sldMk cId="1749550159" sldId="292"/>
            <ac:spMk id="11" creationId="{02FB93AD-17DE-55C6-D3C0-9BB84E8FCB14}"/>
          </ac:spMkLst>
        </pc:spChg>
        <pc:spChg chg="add mod">
          <ac:chgData name="시우 박" userId="d84769e11b5a7e89" providerId="LiveId" clId="{8CF3BD75-3907-463A-8392-211892A86BF4}" dt="2024-10-28T17:50:13.658" v="6507" actId="208"/>
          <ac:spMkLst>
            <pc:docMk/>
            <pc:sldMk cId="1749550159" sldId="292"/>
            <ac:spMk id="12" creationId="{20A9F9F4-D05A-BBFA-DC0D-7CD045BB7162}"/>
          </ac:spMkLst>
        </pc:spChg>
        <pc:spChg chg="add mod">
          <ac:chgData name="시우 박" userId="d84769e11b5a7e89" providerId="LiveId" clId="{8CF3BD75-3907-463A-8392-211892A86BF4}" dt="2024-10-28T17:50:25.363" v="6510" actId="208"/>
          <ac:spMkLst>
            <pc:docMk/>
            <pc:sldMk cId="1749550159" sldId="292"/>
            <ac:spMk id="13" creationId="{77478791-4B3A-DC53-A56C-9C648841286A}"/>
          </ac:spMkLst>
        </pc:spChg>
        <pc:spChg chg="add mod">
          <ac:chgData name="시우 박" userId="d84769e11b5a7e89" providerId="LiveId" clId="{8CF3BD75-3907-463A-8392-211892A86BF4}" dt="2024-10-28T17:50:37.786" v="6512" actId="1076"/>
          <ac:spMkLst>
            <pc:docMk/>
            <pc:sldMk cId="1749550159" sldId="292"/>
            <ac:spMk id="14" creationId="{27A16D99-1993-C93D-21F3-5D209BC4B1D6}"/>
          </ac:spMkLst>
        </pc:spChg>
        <pc:spChg chg="add mod">
          <ac:chgData name="시우 박" userId="d84769e11b5a7e89" providerId="LiveId" clId="{8CF3BD75-3907-463A-8392-211892A86BF4}" dt="2024-10-28T17:50:56.398" v="6518" actId="20577"/>
          <ac:spMkLst>
            <pc:docMk/>
            <pc:sldMk cId="1749550159" sldId="292"/>
            <ac:spMk id="15" creationId="{C4A304EF-25E6-AAE3-6C76-9F778C217223}"/>
          </ac:spMkLst>
        </pc:spChg>
        <pc:spChg chg="add mod">
          <ac:chgData name="시우 박" userId="d84769e11b5a7e89" providerId="LiveId" clId="{8CF3BD75-3907-463A-8392-211892A86BF4}" dt="2024-10-28T17:50:58.150" v="6520" actId="20577"/>
          <ac:spMkLst>
            <pc:docMk/>
            <pc:sldMk cId="1749550159" sldId="292"/>
            <ac:spMk id="16" creationId="{52376ED1-16FC-6C47-CF42-935D12F5AE6B}"/>
          </ac:spMkLst>
        </pc:spChg>
        <pc:spChg chg="mod">
          <ac:chgData name="시우 박" userId="d84769e11b5a7e89" providerId="LiveId" clId="{8CF3BD75-3907-463A-8392-211892A86BF4}" dt="2024-10-28T17:53:31.814" v="7011" actId="20577"/>
          <ac:spMkLst>
            <pc:docMk/>
            <pc:sldMk cId="1749550159" sldId="292"/>
            <ac:spMk id="19" creationId="{878F5697-B09F-2D41-4B8C-652278444AC3}"/>
          </ac:spMkLst>
        </pc:spChg>
        <pc:picChg chg="del">
          <ac:chgData name="시우 박" userId="d84769e11b5a7e89" providerId="LiveId" clId="{8CF3BD75-3907-463A-8392-211892A86BF4}" dt="2024-10-28T17:49:21.639" v="6495" actId="478"/>
          <ac:picMkLst>
            <pc:docMk/>
            <pc:sldMk cId="1749550159" sldId="292"/>
            <ac:picMk id="5" creationId="{181AF60C-9E7A-625F-B63C-B76B0BF5122F}"/>
          </ac:picMkLst>
        </pc:picChg>
        <pc:picChg chg="add mod ord">
          <ac:chgData name="시우 박" userId="d84769e11b5a7e89" providerId="LiveId" clId="{8CF3BD75-3907-463A-8392-211892A86BF4}" dt="2024-10-28T17:49:50.690" v="6501" actId="1076"/>
          <ac:picMkLst>
            <pc:docMk/>
            <pc:sldMk cId="1749550159" sldId="292"/>
            <ac:picMk id="10" creationId="{B6234B85-F987-9356-2976-A89491F9888A}"/>
          </ac:picMkLst>
        </pc:picChg>
        <pc:cxnChg chg="add mod">
          <ac:chgData name="시우 박" userId="d84769e11b5a7e89" providerId="LiveId" clId="{8CF3BD75-3907-463A-8392-211892A86BF4}" dt="2024-10-28T17:51:05.159" v="6522" actId="13822"/>
          <ac:cxnSpMkLst>
            <pc:docMk/>
            <pc:sldMk cId="1749550159" sldId="292"/>
            <ac:cxnSpMk id="18" creationId="{489F3642-D5B2-7655-65E2-235D47D2FBB7}"/>
          </ac:cxnSpMkLst>
        </pc:cxnChg>
        <pc:cxnChg chg="add mod">
          <ac:chgData name="시우 박" userId="d84769e11b5a7e89" providerId="LiveId" clId="{8CF3BD75-3907-463A-8392-211892A86BF4}" dt="2024-10-28T17:51:24.640" v="6525" actId="14100"/>
          <ac:cxnSpMkLst>
            <pc:docMk/>
            <pc:sldMk cId="1749550159" sldId="292"/>
            <ac:cxnSpMk id="21" creationId="{99DD52B1-3DCF-8D8E-FDF2-BF05F8EF532C}"/>
          </ac:cxnSpMkLst>
        </pc:cxnChg>
        <pc:cxnChg chg="add mod">
          <ac:chgData name="시우 박" userId="d84769e11b5a7e89" providerId="LiveId" clId="{8CF3BD75-3907-463A-8392-211892A86BF4}" dt="2024-10-28T17:51:36.196" v="6527" actId="13822"/>
          <ac:cxnSpMkLst>
            <pc:docMk/>
            <pc:sldMk cId="1749550159" sldId="292"/>
            <ac:cxnSpMk id="24" creationId="{AF89067F-F37F-171E-98D1-DEE9910EF94F}"/>
          </ac:cxnSpMkLst>
        </pc:cxnChg>
      </pc:sldChg>
      <pc:sldChg chg="add del">
        <pc:chgData name="시우 박" userId="d84769e11b5a7e89" providerId="LiveId" clId="{8CF3BD75-3907-463A-8392-211892A86BF4}" dt="2024-10-28T17:45:41.326" v="5752" actId="47"/>
        <pc:sldMkLst>
          <pc:docMk/>
          <pc:sldMk cId="3680813093" sldId="29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968680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93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284277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53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76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054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73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85982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94009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827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71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A4B22DFC-4AB2-4449-932F-5456677E00BE}" type="datetimeFigureOut">
              <a:rPr lang="ko-KR" altLang="en-US" smtClean="0"/>
              <a:t>2024-10-29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66E8D7B-5A9E-414C-915F-9E7EB09D849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860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915B9-5420-6D3A-430E-5CBE565581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RUBATO</a:t>
            </a:r>
            <a:br>
              <a:rPr lang="en-US" altLang="ko-KR" dirty="0">
                <a:latin typeface="+mj-ea"/>
              </a:rPr>
            </a:br>
            <a:r>
              <a:rPr lang="ko-KR" altLang="en-US" dirty="0">
                <a:latin typeface="+mj-ea"/>
              </a:rPr>
              <a:t>화면설계서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54937E-9CED-EDEB-9321-25CCE2F325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b="1" dirty="0">
                <a:latin typeface="+mj-ea"/>
                <a:ea typeface="+mj-ea"/>
              </a:rPr>
              <a:t>Team: </a:t>
            </a:r>
            <a:r>
              <a:rPr lang="en-US" altLang="ko-KR" b="1" dirty="0" err="1">
                <a:latin typeface="+mj-ea"/>
                <a:ea typeface="+mj-ea"/>
              </a:rPr>
              <a:t>DeltaOmega</a:t>
            </a:r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/>
            </a:r>
            <a:r>
              <a:rPr lang="ko-KR" altLang="en-US" sz="2400" dirty="0">
                <a:latin typeface="+mj-ea"/>
                <a:ea typeface="+mj-ea"/>
              </a:rPr>
              <a:t>박시우</a:t>
            </a:r>
            <a:r>
              <a:rPr lang="en-US" altLang="ko-KR" sz="2400" dirty="0">
                <a:latin typeface="+mj-ea"/>
                <a:ea typeface="+mj-ea"/>
              </a:rPr>
              <a:t>, </a:t>
            </a:r>
            <a:r>
              <a:rPr lang="ko-KR" altLang="en-US" sz="2400" dirty="0" err="1">
                <a:latin typeface="+mj-ea"/>
                <a:ea typeface="+mj-ea"/>
              </a:rPr>
              <a:t>심대현</a:t>
            </a:r>
            <a:r>
              <a:rPr lang="en-US" altLang="ko-KR" sz="2400" dirty="0">
                <a:latin typeface="+mj-ea"/>
                <a:ea typeface="+mj-ea"/>
              </a:rPr>
              <a:t>, </a:t>
            </a:r>
            <a:r>
              <a:rPr lang="ko-KR" altLang="en-US" sz="2400" dirty="0" err="1">
                <a:latin typeface="+mj-ea"/>
                <a:ea typeface="+mj-ea"/>
              </a:rPr>
              <a:t>최원창</a:t>
            </a: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/>
            </a:r>
            <a:r>
              <a:rPr lang="ko-KR" altLang="en-US" sz="2400" dirty="0">
                <a:latin typeface="+mj-ea"/>
                <a:ea typeface="+mj-ea"/>
              </a:rPr>
              <a:t>이종훈</a:t>
            </a:r>
            <a:r>
              <a:rPr lang="en-US" altLang="ko-KR" sz="2400" dirty="0">
                <a:latin typeface="+mj-ea"/>
                <a:ea typeface="+mj-ea"/>
              </a:rPr>
              <a:t>, </a:t>
            </a:r>
            <a:r>
              <a:rPr lang="ko-KR" altLang="en-US" sz="2400" dirty="0">
                <a:latin typeface="+mj-ea"/>
                <a:ea typeface="+mj-ea"/>
              </a:rPr>
              <a:t>김수민</a:t>
            </a:r>
            <a:endParaRPr lang="en-US" altLang="ko-KR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5562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FEB10-78AA-9ACB-E811-21A32988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어플리케이션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5E317E-3054-CC0C-2457-471EE30F4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>
                <a:latin typeface="+mn-ea"/>
              </a:rPr>
              <a:t>어플리케이션 名</a:t>
            </a:r>
            <a:r>
              <a:rPr lang="en-US" altLang="ko-KR" sz="1800" b="1" dirty="0">
                <a:latin typeface="+mn-ea"/>
              </a:rPr>
              <a:t>: </a:t>
            </a:r>
            <a:r>
              <a:rPr lang="ko-KR" altLang="en-US" sz="1800" dirty="0" err="1">
                <a:latin typeface="+mn-ea"/>
              </a:rPr>
              <a:t>루바토</a:t>
            </a:r>
            <a:r>
              <a:rPr lang="en-US" altLang="ko-KR" sz="1800" dirty="0">
                <a:latin typeface="+mn-ea"/>
              </a:rPr>
              <a:t>(RUBATO)</a:t>
            </a:r>
          </a:p>
          <a:p>
            <a:r>
              <a:rPr lang="ko-KR" altLang="en-US" sz="1800" b="1" dirty="0">
                <a:latin typeface="+mn-ea"/>
              </a:rPr>
              <a:t>어플리케이션 목적</a:t>
            </a:r>
            <a:r>
              <a:rPr lang="en-US" altLang="ko-KR" sz="1800" b="1" dirty="0">
                <a:latin typeface="+mn-ea"/>
              </a:rPr>
              <a:t>: </a:t>
            </a:r>
            <a:br>
              <a:rPr lang="en-US" altLang="ko-KR" sz="1800" b="1" dirty="0">
                <a:latin typeface="+mn-ea"/>
              </a:rPr>
            </a:br>
            <a:r>
              <a:rPr lang="ko-KR" altLang="en-US" sz="1600" dirty="0">
                <a:latin typeface="+mn-ea"/>
              </a:rPr>
              <a:t>본 어플리케이션은 </a:t>
            </a:r>
            <a:r>
              <a:rPr lang="en-US" altLang="ko-KR" sz="1600" dirty="0">
                <a:latin typeface="+mn-ea"/>
              </a:rPr>
              <a:t>GPT_API</a:t>
            </a:r>
            <a:r>
              <a:rPr lang="ko-KR" altLang="en-US" sz="1600" dirty="0">
                <a:latin typeface="+mn-ea"/>
              </a:rPr>
              <a:t>를 이용하여 사용자의 다양한 선호사항에 맞춘 여행 일정을 자동으로 생성해주는 기능을 제공한다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사용자가 직접 일정을 구성할 수도 있으며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필요 시 </a:t>
            </a:r>
            <a:r>
              <a:rPr lang="en-US" altLang="ko-KR" sz="1600" dirty="0">
                <a:latin typeface="+mn-ea"/>
              </a:rPr>
              <a:t>AI</a:t>
            </a:r>
            <a:r>
              <a:rPr lang="ko-KR" altLang="en-US" sz="1600" dirty="0">
                <a:latin typeface="+mn-ea"/>
              </a:rPr>
              <a:t>가 조언을 제공한다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사용자는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더 많은 관광</a:t>
            </a:r>
            <a:r>
              <a:rPr lang="en-US" altLang="ko-KR" sz="1600" dirty="0">
                <a:latin typeface="+mn-ea"/>
              </a:rPr>
              <a:t>], [</a:t>
            </a:r>
            <a:r>
              <a:rPr lang="ko-KR" altLang="en-US" sz="1600" dirty="0">
                <a:latin typeface="+mn-ea"/>
              </a:rPr>
              <a:t>여유로운 일정</a:t>
            </a:r>
            <a:r>
              <a:rPr lang="en-US" altLang="ko-KR" sz="1600" dirty="0">
                <a:latin typeface="+mn-ea"/>
              </a:rPr>
              <a:t>], [</a:t>
            </a:r>
            <a:r>
              <a:rPr lang="ko-KR" altLang="en-US" sz="1600" dirty="0">
                <a:latin typeface="+mn-ea"/>
              </a:rPr>
              <a:t>저탄소 여행</a:t>
            </a:r>
            <a:r>
              <a:rPr lang="en-US" altLang="ko-KR" sz="1600" dirty="0">
                <a:latin typeface="+mn-ea"/>
              </a:rPr>
              <a:t>], [</a:t>
            </a:r>
            <a:r>
              <a:rPr lang="ko-KR" altLang="en-US" sz="1600" dirty="0">
                <a:latin typeface="+mn-ea"/>
              </a:rPr>
              <a:t>카페 탐방</a:t>
            </a:r>
            <a:r>
              <a:rPr lang="en-US" altLang="ko-KR" sz="1600" dirty="0">
                <a:latin typeface="+mn-ea"/>
              </a:rPr>
              <a:t>] </a:t>
            </a:r>
            <a:r>
              <a:rPr lang="ko-KR" altLang="en-US" sz="1600" dirty="0">
                <a:latin typeface="+mn-ea"/>
              </a:rPr>
              <a:t>등의 다양한 테마와 옵션을 선택하거나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자신이 선호하는 일정 스타일에 따라 </a:t>
            </a:r>
            <a:r>
              <a:rPr lang="ko-KR" altLang="en-US" sz="1600" dirty="0" err="1">
                <a:latin typeface="+mn-ea"/>
              </a:rPr>
              <a:t>커스터마이징할</a:t>
            </a:r>
            <a:r>
              <a:rPr lang="ko-KR" altLang="en-US" sz="1600" dirty="0">
                <a:latin typeface="+mn-ea"/>
              </a:rPr>
              <a:t> 수 있다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예를 들어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방문할 관광지의 수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채식 위주의 식당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공원에서의 여유로운 산택 등 구체적인 옵션을 제공한다</a:t>
            </a:r>
            <a:r>
              <a:rPr lang="en-US" altLang="ko-KR" sz="1600" dirty="0">
                <a:latin typeface="+mn-ea"/>
              </a:rPr>
              <a:t>. 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또한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일정 구성에 어려움을 느낄 경우 언제든지 </a:t>
            </a:r>
            <a:r>
              <a:rPr lang="en-US" altLang="ko-KR" sz="1600" dirty="0">
                <a:latin typeface="+mn-ea"/>
              </a:rPr>
              <a:t>‘</a:t>
            </a:r>
            <a:r>
              <a:rPr lang="ko-KR" altLang="en-US" sz="1600" dirty="0">
                <a:latin typeface="+mn-ea"/>
              </a:rPr>
              <a:t>채팅</a:t>
            </a:r>
            <a:r>
              <a:rPr lang="en-US" altLang="ko-KR" sz="1800" dirty="0">
                <a:latin typeface="+mn-ea"/>
              </a:rPr>
              <a:t>’</a:t>
            </a:r>
            <a:r>
              <a:rPr lang="ko-KR" altLang="en-US" sz="1800" dirty="0">
                <a:latin typeface="+mn-ea"/>
              </a:rPr>
              <a:t>버튼을 통해 </a:t>
            </a:r>
            <a:r>
              <a:rPr lang="en-US" altLang="ko-KR" sz="1800" dirty="0">
                <a:latin typeface="+mn-ea"/>
              </a:rPr>
              <a:t>GPT_API</a:t>
            </a:r>
            <a:r>
              <a:rPr lang="ko-KR" altLang="en-US" sz="1800" dirty="0">
                <a:latin typeface="+mn-ea"/>
              </a:rPr>
              <a:t>와 대화할 수 있으며</a:t>
            </a:r>
            <a:r>
              <a:rPr lang="en-US" altLang="ko-KR" sz="1800" dirty="0">
                <a:latin typeface="+mn-ea"/>
              </a:rPr>
              <a:t>, </a:t>
            </a:r>
            <a:r>
              <a:rPr lang="en-US" altLang="ko-KR" sz="1600" dirty="0">
                <a:latin typeface="+mn-ea"/>
              </a:rPr>
              <a:t>AI</a:t>
            </a:r>
            <a:r>
              <a:rPr lang="ko-KR" altLang="en-US" sz="1600" dirty="0">
                <a:latin typeface="+mn-ea"/>
              </a:rPr>
              <a:t>는 사용자의 이전 선택에 맞춘 정보를 제시한다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사용자가 각각의 선택을 할 때마다 </a:t>
            </a:r>
            <a:r>
              <a:rPr lang="en-US" altLang="ko-KR" sz="1600" dirty="0">
                <a:latin typeface="+mn-ea"/>
              </a:rPr>
              <a:t>GPT</a:t>
            </a:r>
            <a:r>
              <a:rPr lang="ko-KR" altLang="en-US" sz="1600" dirty="0">
                <a:latin typeface="+mn-ea"/>
              </a:rPr>
              <a:t>는 이를 확인하고 추가 옵션을 제공하는 실시간 팁 기능을 통해 다양한 여행 경로를 쉽게 구성할 수 있도록 돕는다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245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AA13-9EDE-852E-CE70-4DF2DAA8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565CD-EFE4-736C-A900-1B05261A2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/>
          <a:lstStyle/>
          <a:p>
            <a:r>
              <a:rPr lang="ko-KR" altLang="en-US" dirty="0">
                <a:latin typeface="+mj-ea"/>
              </a:rPr>
              <a:t>화면 구성 </a:t>
            </a:r>
            <a:r>
              <a:rPr lang="en-US" altLang="ko-KR" dirty="0">
                <a:latin typeface="+mj-ea"/>
              </a:rPr>
              <a:t>- </a:t>
            </a:r>
            <a:r>
              <a:rPr lang="ko-KR" altLang="en-US" dirty="0" err="1">
                <a:latin typeface="+mj-ea"/>
              </a:rPr>
              <a:t>메인페이지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4C0815-B652-3A58-0D3C-7C546F94B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403" y="1733550"/>
            <a:ext cx="4447786" cy="3581401"/>
          </a:xfrm>
        </p:spPr>
        <p:txBody>
          <a:bodyPr/>
          <a:lstStyle/>
          <a:p>
            <a:r>
              <a:rPr lang="ko-KR" altLang="en-US" dirty="0" err="1">
                <a:latin typeface="+mj-ea"/>
                <a:ea typeface="+mj-ea"/>
              </a:rPr>
              <a:t>메인페이지</a:t>
            </a:r>
            <a:endParaRPr lang="en-US" altLang="ko-KR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 dirty="0">
              <a:latin typeface="+mj-ea"/>
              <a:ea typeface="+mj-ea"/>
            </a:endParaRPr>
          </a:p>
          <a:p>
            <a:pPr marL="530352" lvl="1" indent="0">
              <a:buNone/>
            </a:pPr>
            <a:r>
              <a:rPr lang="en-US" altLang="ko-KR" sz="1400" i="0" dirty="0">
                <a:latin typeface="+mj-ea"/>
                <a:ea typeface="+mj-ea"/>
              </a:rPr>
              <a:t>1. </a:t>
            </a:r>
            <a:r>
              <a:rPr lang="ko-KR" altLang="en-US" sz="1400" i="0" dirty="0">
                <a:latin typeface="+mj-ea"/>
                <a:ea typeface="+mj-ea"/>
              </a:rPr>
              <a:t>상단검색영역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r>
              <a:rPr lang="en-US" altLang="ko-KR" sz="1400" i="0" dirty="0">
                <a:latin typeface="+mj-ea"/>
                <a:ea typeface="+mj-ea"/>
              </a:rPr>
              <a:t>2. </a:t>
            </a:r>
            <a:r>
              <a:rPr lang="ko-KR" altLang="en-US" sz="1400" i="0" dirty="0">
                <a:latin typeface="+mj-ea"/>
                <a:ea typeface="+mj-ea"/>
              </a:rPr>
              <a:t>인기 지역 리스트 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r>
              <a:rPr lang="en-US" altLang="ko-KR" sz="1400" i="0" dirty="0">
                <a:latin typeface="+mj-ea"/>
                <a:ea typeface="+mj-ea"/>
              </a:rPr>
              <a:t>3. </a:t>
            </a:r>
            <a:r>
              <a:rPr lang="ko-KR" altLang="en-US" sz="1400" i="0" dirty="0">
                <a:latin typeface="+mj-ea"/>
                <a:ea typeface="+mj-ea"/>
              </a:rPr>
              <a:t>추천 여행지 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r>
              <a:rPr lang="en-US" altLang="ko-KR" sz="1400" i="0" dirty="0">
                <a:latin typeface="+mj-ea"/>
                <a:ea typeface="+mj-ea"/>
              </a:rPr>
              <a:t>4. </a:t>
            </a:r>
            <a:r>
              <a:rPr lang="ko-KR" altLang="en-US" sz="1400" i="0" dirty="0">
                <a:latin typeface="+mj-ea"/>
                <a:ea typeface="+mj-ea"/>
              </a:rPr>
              <a:t>테마별 여행 버튼 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r>
              <a:rPr lang="en-US" altLang="ko-KR" sz="1400" i="0" dirty="0">
                <a:latin typeface="+mj-ea"/>
                <a:ea typeface="+mj-ea"/>
              </a:rPr>
              <a:t>5. </a:t>
            </a:r>
            <a:r>
              <a:rPr lang="ko-KR" altLang="en-US" sz="1400" i="0" dirty="0">
                <a:latin typeface="+mj-ea"/>
                <a:ea typeface="+mj-ea"/>
              </a:rPr>
              <a:t>여행일정 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868C397-D759-6A16-2FD2-9834CA660C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211" y="990599"/>
            <a:ext cx="2641496" cy="5869991"/>
          </a:xfr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97F3876-AAE1-8CF6-23A7-2446A0BE2780}"/>
              </a:ext>
            </a:extLst>
          </p:cNvPr>
          <p:cNvSpPr/>
          <p:nvPr/>
        </p:nvSpPr>
        <p:spPr>
          <a:xfrm>
            <a:off x="1282257" y="990599"/>
            <a:ext cx="2819401" cy="562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7D2E756-8158-E55F-EE21-8C4EBD88BEC9}"/>
              </a:ext>
            </a:extLst>
          </p:cNvPr>
          <p:cNvSpPr/>
          <p:nvPr/>
        </p:nvSpPr>
        <p:spPr>
          <a:xfrm>
            <a:off x="4975956" y="1092095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91ACA50-0AA7-94CC-CC10-363F61EFEEC8}"/>
              </a:ext>
            </a:extLst>
          </p:cNvPr>
          <p:cNvSpPr/>
          <p:nvPr/>
        </p:nvSpPr>
        <p:spPr>
          <a:xfrm>
            <a:off x="1282258" y="1553592"/>
            <a:ext cx="2819400" cy="427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EE96EB3-7A22-0ED1-1058-85ECA86296F4}"/>
              </a:ext>
            </a:extLst>
          </p:cNvPr>
          <p:cNvSpPr/>
          <p:nvPr/>
        </p:nvSpPr>
        <p:spPr>
          <a:xfrm>
            <a:off x="4975956" y="1587396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43C491-6147-FC61-7468-099B97067A08}"/>
              </a:ext>
            </a:extLst>
          </p:cNvPr>
          <p:cNvSpPr/>
          <p:nvPr/>
        </p:nvSpPr>
        <p:spPr>
          <a:xfrm>
            <a:off x="1282258" y="1981200"/>
            <a:ext cx="2819400" cy="1615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F8AC9D-14CD-5749-1ECF-1F5F544ED443}"/>
              </a:ext>
            </a:extLst>
          </p:cNvPr>
          <p:cNvSpPr/>
          <p:nvPr/>
        </p:nvSpPr>
        <p:spPr>
          <a:xfrm>
            <a:off x="1282258" y="3596640"/>
            <a:ext cx="2819400" cy="13487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222981E-B051-FD9B-D1F5-FDC3EA90E6B8}"/>
              </a:ext>
            </a:extLst>
          </p:cNvPr>
          <p:cNvSpPr/>
          <p:nvPr/>
        </p:nvSpPr>
        <p:spPr>
          <a:xfrm>
            <a:off x="4975956" y="260892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1C2E7F5-8D3E-8E2C-B1B9-228EB05CA551}"/>
              </a:ext>
            </a:extLst>
          </p:cNvPr>
          <p:cNvSpPr/>
          <p:nvPr/>
        </p:nvSpPr>
        <p:spPr>
          <a:xfrm>
            <a:off x="4975956" y="409101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E10DD90-B719-A8C5-8381-36983166AB8A}"/>
              </a:ext>
            </a:extLst>
          </p:cNvPr>
          <p:cNvSpPr/>
          <p:nvPr/>
        </p:nvSpPr>
        <p:spPr>
          <a:xfrm>
            <a:off x="1282258" y="4927458"/>
            <a:ext cx="2819400" cy="1930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9460149-D33D-2815-682F-30B37F17B867}"/>
              </a:ext>
            </a:extLst>
          </p:cNvPr>
          <p:cNvSpPr/>
          <p:nvPr/>
        </p:nvSpPr>
        <p:spPr>
          <a:xfrm>
            <a:off x="4975956" y="5712728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5A39B4C-0880-38AB-55B4-73EBB299D651}"/>
              </a:ext>
            </a:extLst>
          </p:cNvPr>
          <p:cNvCxnSpPr>
            <a:cxnSpLocks/>
            <a:stCxn id="13" idx="3"/>
            <a:endCxn id="19" idx="2"/>
          </p:cNvCxnSpPr>
          <p:nvPr/>
        </p:nvCxnSpPr>
        <p:spPr>
          <a:xfrm flipV="1">
            <a:off x="4101658" y="1272095"/>
            <a:ext cx="87429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AB3C11-7793-35C2-9D24-0BEACAB13093}"/>
              </a:ext>
            </a:extLst>
          </p:cNvPr>
          <p:cNvCxnSpPr>
            <a:stCxn id="20" idx="3"/>
            <a:endCxn id="21" idx="2"/>
          </p:cNvCxnSpPr>
          <p:nvPr/>
        </p:nvCxnSpPr>
        <p:spPr>
          <a:xfrm>
            <a:off x="4101658" y="1767396"/>
            <a:ext cx="8742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881CD8C-02D1-28EA-B392-E9833F25408E}"/>
              </a:ext>
            </a:extLst>
          </p:cNvPr>
          <p:cNvCxnSpPr>
            <a:stCxn id="22" idx="3"/>
            <a:endCxn id="24" idx="2"/>
          </p:cNvCxnSpPr>
          <p:nvPr/>
        </p:nvCxnSpPr>
        <p:spPr>
          <a:xfrm>
            <a:off x="4101658" y="2788920"/>
            <a:ext cx="8742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B82D726-0F67-E782-C8D5-9D3FD1D7FF2B}"/>
              </a:ext>
            </a:extLst>
          </p:cNvPr>
          <p:cNvCxnSpPr>
            <a:stCxn id="23" idx="3"/>
            <a:endCxn id="25" idx="2"/>
          </p:cNvCxnSpPr>
          <p:nvPr/>
        </p:nvCxnSpPr>
        <p:spPr>
          <a:xfrm>
            <a:off x="4101658" y="4271010"/>
            <a:ext cx="8742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8C08B0B8-83C8-8CA1-8855-3F69C1F8B020}"/>
              </a:ext>
            </a:extLst>
          </p:cNvPr>
          <p:cNvCxnSpPr>
            <a:stCxn id="26" idx="3"/>
            <a:endCxn id="27" idx="2"/>
          </p:cNvCxnSpPr>
          <p:nvPr/>
        </p:nvCxnSpPr>
        <p:spPr>
          <a:xfrm flipV="1">
            <a:off x="4101658" y="5892728"/>
            <a:ext cx="87429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630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C5772-BAAF-337A-4953-FFE2BBD2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51A4A-6B6E-17B1-2ACD-B7C2E7C1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600" dirty="0">
                <a:latin typeface="+mj-ea"/>
              </a:rPr>
              <a:t>화면 구성 </a:t>
            </a:r>
            <a:r>
              <a:rPr lang="en-US" altLang="ko-KR" sz="3600" dirty="0">
                <a:latin typeface="+mj-ea"/>
              </a:rPr>
              <a:t>– </a:t>
            </a:r>
            <a:r>
              <a:rPr lang="ko-KR" altLang="en-US" sz="3600" dirty="0" err="1">
                <a:latin typeface="+mj-ea"/>
              </a:rPr>
              <a:t>메인페이지</a:t>
            </a:r>
            <a:r>
              <a:rPr lang="en-US" altLang="ko-KR" sz="3600" dirty="0">
                <a:latin typeface="+mj-ea"/>
              </a:rPr>
              <a:t>/</a:t>
            </a:r>
            <a:r>
              <a:rPr lang="ko-KR" altLang="en-US" sz="3600" dirty="0">
                <a:latin typeface="+mj-ea"/>
              </a:rPr>
              <a:t>상단검색영역</a:t>
            </a:r>
            <a:endParaRPr lang="ko-KR" altLang="en-US" sz="36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F57924-3563-1825-551D-56C70B97F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로고영역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메인 로고가 표시되는 영역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 err="1">
                <a:latin typeface="+mn-ea"/>
              </a:rPr>
              <a:t>검색어입력필드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사용자가 여행 일정을 바로 짤 수 있는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내 일정 만들기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페이지로 이동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이동 시</a:t>
            </a:r>
            <a:r>
              <a:rPr lang="en-US" altLang="ko-KR" sz="1400" dirty="0">
                <a:latin typeface="+mn-ea"/>
              </a:rPr>
              <a:t>, [</a:t>
            </a:r>
            <a:r>
              <a:rPr lang="ko-KR" altLang="en-US" sz="1400" dirty="0">
                <a:latin typeface="+mn-ea"/>
              </a:rPr>
              <a:t>내 일정 만들기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페이지에서 키보드가 자동으로 활성화됨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3.</a:t>
            </a:r>
            <a:r>
              <a:rPr lang="ko-KR" altLang="en-US" sz="1600" dirty="0">
                <a:latin typeface="+mn-ea"/>
              </a:rPr>
              <a:t>검색버튼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클릭 시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내 일정 만들기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페이지로 이동하여 여행 일정 생성 가능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4.</a:t>
            </a:r>
            <a:r>
              <a:rPr lang="ko-KR" altLang="en-US" sz="1600" dirty="0">
                <a:latin typeface="+mn-ea"/>
              </a:rPr>
              <a:t>메뉴버튼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클릭 시 메뉴 페이지가 우측에서 애니메이션과 함께 확장되어 나타남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상세 내용은 이후 기술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6AB564C-9F72-5D2A-D1B6-410F83D4665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3539211"/>
            <a:ext cx="4448175" cy="1074975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BE99850-9448-5D20-6EB5-0393B04854A4}"/>
              </a:ext>
            </a:extLst>
          </p:cNvPr>
          <p:cNvSpPr/>
          <p:nvPr/>
        </p:nvSpPr>
        <p:spPr>
          <a:xfrm>
            <a:off x="1371600" y="3364637"/>
            <a:ext cx="4448175" cy="550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9CB130-9E86-5E68-1144-B7552DB960D8}"/>
              </a:ext>
            </a:extLst>
          </p:cNvPr>
          <p:cNvSpPr/>
          <p:nvPr/>
        </p:nvSpPr>
        <p:spPr>
          <a:xfrm>
            <a:off x="1371600" y="3915052"/>
            <a:ext cx="3715305" cy="550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E5826A-C017-D582-7C6F-9CC1591CACEA}"/>
              </a:ext>
            </a:extLst>
          </p:cNvPr>
          <p:cNvSpPr/>
          <p:nvPr/>
        </p:nvSpPr>
        <p:spPr>
          <a:xfrm>
            <a:off x="5086906" y="3915052"/>
            <a:ext cx="732870" cy="550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A18C78E-AFC2-3A2E-D19E-B773FFCFE862}"/>
              </a:ext>
            </a:extLst>
          </p:cNvPr>
          <p:cNvSpPr/>
          <p:nvPr/>
        </p:nvSpPr>
        <p:spPr>
          <a:xfrm>
            <a:off x="3415687" y="273735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42B85EF-F086-3AB9-E386-84849577CFC5}"/>
              </a:ext>
            </a:extLst>
          </p:cNvPr>
          <p:cNvSpPr/>
          <p:nvPr/>
        </p:nvSpPr>
        <p:spPr>
          <a:xfrm>
            <a:off x="3049252" y="478876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A60788-3C23-8518-C2AD-A63F91000613}"/>
              </a:ext>
            </a:extLst>
          </p:cNvPr>
          <p:cNvSpPr/>
          <p:nvPr/>
        </p:nvSpPr>
        <p:spPr>
          <a:xfrm>
            <a:off x="4472201" y="3915051"/>
            <a:ext cx="614704" cy="550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BB654EB-47E5-9A80-37E9-21A6905E6E49}"/>
              </a:ext>
            </a:extLst>
          </p:cNvPr>
          <p:cNvSpPr/>
          <p:nvPr/>
        </p:nvSpPr>
        <p:spPr>
          <a:xfrm>
            <a:off x="4599553" y="478876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F2F0CF5-25FA-D89D-AD3F-D65614C2CE21}"/>
              </a:ext>
            </a:extLst>
          </p:cNvPr>
          <p:cNvSpPr/>
          <p:nvPr/>
        </p:nvSpPr>
        <p:spPr>
          <a:xfrm>
            <a:off x="5273341" y="478876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306AB13-40F0-95F9-76E4-8B55874B8BA2}"/>
              </a:ext>
            </a:extLst>
          </p:cNvPr>
          <p:cNvCxnSpPr>
            <a:stCxn id="6" idx="0"/>
            <a:endCxn id="10" idx="4"/>
          </p:cNvCxnSpPr>
          <p:nvPr/>
        </p:nvCxnSpPr>
        <p:spPr>
          <a:xfrm flipH="1" flipV="1">
            <a:off x="3595687" y="3097350"/>
            <a:ext cx="1" cy="2672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6C55FF7-CCA8-2A22-D5AF-581C9FCC1AEF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flipH="1">
            <a:off x="3229252" y="4465467"/>
            <a:ext cx="1" cy="3232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64E4A07-E490-AEF2-9A04-6D9AEB5A5301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4779553" y="4465466"/>
            <a:ext cx="0" cy="3232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BB86586-2EB4-92D5-B9A2-63069FBE56A5}"/>
              </a:ext>
            </a:extLst>
          </p:cNvPr>
          <p:cNvCxnSpPr>
            <a:stCxn id="9" idx="2"/>
            <a:endCxn id="14" idx="0"/>
          </p:cNvCxnSpPr>
          <p:nvPr/>
        </p:nvCxnSpPr>
        <p:spPr>
          <a:xfrm>
            <a:off x="5453341" y="4465467"/>
            <a:ext cx="0" cy="3232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73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7AA17-BC62-5ACD-F457-3839E2BB3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9899C-AEA7-6EFE-688D-B5C9C2D1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 err="1">
                <a:latin typeface="+mj-ea"/>
              </a:rPr>
              <a:t>메인페이지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i="0" dirty="0">
                <a:latin typeface="+mj-ea"/>
                <a:ea typeface="+mj-ea"/>
              </a:rPr>
              <a:t>인기 지역 리스트 영역</a:t>
            </a:r>
            <a:endParaRPr lang="ko-KR" altLang="en-US" sz="3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DBB1E93-0BDF-B445-A36E-D86D9290A8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3772493"/>
            <a:ext cx="4448175" cy="608412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76EC7F0-09D4-7205-3028-8979CB157C93}"/>
              </a:ext>
            </a:extLst>
          </p:cNvPr>
          <p:cNvSpPr/>
          <p:nvPr/>
        </p:nvSpPr>
        <p:spPr>
          <a:xfrm>
            <a:off x="1371599" y="3695477"/>
            <a:ext cx="4448175" cy="3812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2F3D6F-E509-0654-6C2C-1C712AE19E0B}"/>
              </a:ext>
            </a:extLst>
          </p:cNvPr>
          <p:cNvSpPr/>
          <p:nvPr/>
        </p:nvSpPr>
        <p:spPr>
          <a:xfrm>
            <a:off x="1371598" y="4076699"/>
            <a:ext cx="1000126" cy="3812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F1AA0BF-7C42-1133-C930-B50DD8636F22}"/>
              </a:ext>
            </a:extLst>
          </p:cNvPr>
          <p:cNvSpPr/>
          <p:nvPr/>
        </p:nvSpPr>
        <p:spPr>
          <a:xfrm>
            <a:off x="3415686" y="2982523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7D8D8EE-C0A7-F7EF-13FA-965B96436952}"/>
              </a:ext>
            </a:extLst>
          </p:cNvPr>
          <p:cNvSpPr/>
          <p:nvPr/>
        </p:nvSpPr>
        <p:spPr>
          <a:xfrm>
            <a:off x="1691661" y="4762127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FBE6530-97A1-D310-D5E2-B10C341D7FDC}"/>
              </a:ext>
            </a:extLst>
          </p:cNvPr>
          <p:cNvCxnSpPr>
            <a:stCxn id="6" idx="0"/>
            <a:endCxn id="9" idx="4"/>
          </p:cNvCxnSpPr>
          <p:nvPr/>
        </p:nvCxnSpPr>
        <p:spPr>
          <a:xfrm flipH="1" flipV="1">
            <a:off x="3595686" y="3342523"/>
            <a:ext cx="1" cy="352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991671B-ABE4-23C7-A526-2D8D59ED9EFF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1871661" y="4457921"/>
            <a:ext cx="0" cy="304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DAA4E1E1-A549-61F7-E005-BF370626E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제목영역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영역의 제목이 표시되는 영역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 err="1">
                <a:latin typeface="+mn-ea"/>
              </a:rPr>
              <a:t>검색어입력필드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 버튼 클릭 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해당 지역 값이 선택된 상태로 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[</a:t>
            </a:r>
            <a:r>
              <a:rPr lang="ko-KR" altLang="en-US" sz="1400" dirty="0">
                <a:latin typeface="+mn-ea"/>
              </a:rPr>
              <a:t>내 일정 만들기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페이지로 이동</a:t>
            </a:r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1203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F5296-AA17-A470-F5BC-E3C2106D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75A176-B3C1-25F4-8B0C-103564E5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 err="1">
                <a:latin typeface="+mj-ea"/>
              </a:rPr>
              <a:t>메인페이지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i="0" dirty="0">
                <a:latin typeface="+mj-ea"/>
                <a:ea typeface="+mj-ea"/>
              </a:rPr>
              <a:t>추천 여행지 영역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9BEA250E-B5AE-9E7D-B6F5-5B2F152EC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제목영역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영역의 제목이 표시되는 영역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이미지 슬라이더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관리자가 지정한 추천 여행지가 이미지 슬라이더 형식으로 표시됨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이미지 슬라이더는 자동으로 넘어가는 기능을 포함하며</a:t>
            </a:r>
            <a:r>
              <a:rPr lang="en-US" altLang="ko-KR" sz="1400" dirty="0">
                <a:latin typeface="+mn-ea"/>
              </a:rPr>
              <a:t>,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사용자가 직접 다음 항목으로 넘길 수 있음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9E51821C-96B8-6AF1-467E-76AA1B8FF8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2786729"/>
            <a:ext cx="4448175" cy="257994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87441C6-C5A3-5894-B1F4-3B731BD5E5FA}"/>
              </a:ext>
            </a:extLst>
          </p:cNvPr>
          <p:cNvSpPr/>
          <p:nvPr/>
        </p:nvSpPr>
        <p:spPr>
          <a:xfrm>
            <a:off x="1295400" y="2647950"/>
            <a:ext cx="4524375" cy="419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E80A9A-4056-0D80-54EE-957D77A1C998}"/>
              </a:ext>
            </a:extLst>
          </p:cNvPr>
          <p:cNvSpPr/>
          <p:nvPr/>
        </p:nvSpPr>
        <p:spPr>
          <a:xfrm>
            <a:off x="1295400" y="3067050"/>
            <a:ext cx="4524375" cy="2299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B5E5D47-98FD-B84B-89C8-500907EC19DB}"/>
              </a:ext>
            </a:extLst>
          </p:cNvPr>
          <p:cNvSpPr/>
          <p:nvPr/>
        </p:nvSpPr>
        <p:spPr>
          <a:xfrm>
            <a:off x="3377587" y="187232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532FF27-8274-D1E5-5E1A-5F33004B2CF2}"/>
              </a:ext>
            </a:extLst>
          </p:cNvPr>
          <p:cNvSpPr/>
          <p:nvPr/>
        </p:nvSpPr>
        <p:spPr>
          <a:xfrm>
            <a:off x="3377587" y="578577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74B4386-16EA-EEBA-60E1-F9AACD53862A}"/>
              </a:ext>
            </a:extLst>
          </p:cNvPr>
          <p:cNvCxnSpPr>
            <a:stCxn id="6" idx="0"/>
            <a:endCxn id="8" idx="4"/>
          </p:cNvCxnSpPr>
          <p:nvPr/>
        </p:nvCxnSpPr>
        <p:spPr>
          <a:xfrm flipH="1" flipV="1">
            <a:off x="3557587" y="2232329"/>
            <a:ext cx="1" cy="415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29CB28F-DF93-4048-C2A1-2000B3DB3FA8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3557587" y="5366670"/>
            <a:ext cx="1" cy="4191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76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FF39A-9EE6-8AC8-6B18-ED5788D8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3D95A1-959D-AC7F-2138-BA415DECA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 err="1">
                <a:latin typeface="+mj-ea"/>
              </a:rPr>
              <a:t>메인페이지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i="0" dirty="0">
                <a:latin typeface="+mj-ea"/>
                <a:ea typeface="+mj-ea"/>
              </a:rPr>
              <a:t>테마별 여행 버튼 영역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C946DC35-00F5-2F42-E4AF-9DA0ACFD9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테마버튼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총 </a:t>
            </a:r>
            <a:r>
              <a:rPr lang="en-US" altLang="ko-KR" sz="1400" dirty="0">
                <a:latin typeface="+mn-ea"/>
              </a:rPr>
              <a:t>8</a:t>
            </a:r>
            <a:r>
              <a:rPr lang="ko-KR" altLang="en-US" sz="1400" dirty="0">
                <a:latin typeface="+mn-ea"/>
              </a:rPr>
              <a:t>개의 버튼으로 구성되며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각 버튼은 관리자가 지정한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다양한 테마의 여행을 제공함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이 때 각 버튼을 클릭할 경우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테마여행 페이지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로 이동함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[</a:t>
            </a:r>
            <a:r>
              <a:rPr lang="ko-KR" altLang="en-US" sz="1400" dirty="0">
                <a:latin typeface="+mn-ea"/>
              </a:rPr>
              <a:t>테마여행 페이지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는 이후 기술 </a:t>
            </a:r>
            <a:endParaRPr lang="en-US" altLang="ko-KR" sz="14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0F62C7B-A945-ECAA-24F9-916861152B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76437" y="3262312"/>
            <a:ext cx="3238500" cy="1628775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D299EF9-642E-A7F9-E206-1A91E16D60EE}"/>
              </a:ext>
            </a:extLst>
          </p:cNvPr>
          <p:cNvSpPr/>
          <p:nvPr/>
        </p:nvSpPr>
        <p:spPr>
          <a:xfrm>
            <a:off x="1976437" y="3262312"/>
            <a:ext cx="874713" cy="814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DE269D6-5657-1EEB-EEB2-63CE593B94BE}"/>
              </a:ext>
            </a:extLst>
          </p:cNvPr>
          <p:cNvSpPr/>
          <p:nvPr/>
        </p:nvSpPr>
        <p:spPr>
          <a:xfrm>
            <a:off x="2233793" y="261527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2DF33F2-C624-AB0E-4285-9BD8AFA5E7F4}"/>
              </a:ext>
            </a:extLst>
          </p:cNvPr>
          <p:cNvCxnSpPr>
            <a:stCxn id="6" idx="0"/>
            <a:endCxn id="7" idx="4"/>
          </p:cNvCxnSpPr>
          <p:nvPr/>
        </p:nvCxnSpPr>
        <p:spPr>
          <a:xfrm flipH="1" flipV="1">
            <a:off x="2413793" y="2975279"/>
            <a:ext cx="1" cy="2870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218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F0736-5E6B-7442-393F-7F0C9519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D68B4-34BE-10A7-AF1B-427B6B0D7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 err="1">
                <a:latin typeface="+mj-ea"/>
              </a:rPr>
              <a:t>메인페이지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i="0" dirty="0">
                <a:latin typeface="+mj-ea"/>
                <a:ea typeface="+mj-ea"/>
              </a:rPr>
              <a:t> 테마별 여행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1A4E58CE-668F-DA2A-2F20-208DC271E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제목영역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 err="1">
                <a:latin typeface="+mn-ea"/>
              </a:rPr>
              <a:t>테마별여행의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테마명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태그영역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해당 테마의 여행이 어떤 특징을 지녔는지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태그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를 통해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간단하게 식별가능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3.</a:t>
            </a:r>
            <a:r>
              <a:rPr lang="ko-KR" altLang="en-US" sz="1600" dirty="0">
                <a:latin typeface="+mn-ea"/>
              </a:rPr>
              <a:t>테마설명 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</a:t>
            </a:r>
            <a:r>
              <a:rPr lang="ko-KR" altLang="en-US" sz="1400" dirty="0">
                <a:latin typeface="+mn-ea"/>
              </a:rPr>
              <a:t>각 테마가 정확히 무엇인지를 설명하는 영역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4</a:t>
            </a:r>
            <a:r>
              <a:rPr lang="en-US" altLang="ko-KR" sz="1600">
                <a:latin typeface="+mn-ea"/>
              </a:rPr>
              <a:t>.</a:t>
            </a:r>
            <a:r>
              <a:rPr lang="ko-KR" altLang="en-US" sz="1600" dirty="0">
                <a:latin typeface="+mn-ea"/>
              </a:rPr>
              <a:t>다른 사용자 루트 리스트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다른 사용자들이 생성한 리스트들을 리스트형태로 보여줌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스크롤을 통해 더 많은 정보를 확인가능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상세내용은 이후 기술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7A7FCA4-0468-449F-0DE6-85F85522B3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990600"/>
            <a:ext cx="2640330" cy="5867400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EF7C73B-18B7-2427-BEFC-F99318797190}"/>
              </a:ext>
            </a:extLst>
          </p:cNvPr>
          <p:cNvSpPr/>
          <p:nvPr/>
        </p:nvSpPr>
        <p:spPr>
          <a:xfrm>
            <a:off x="1371600" y="1349406"/>
            <a:ext cx="2641107" cy="5948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8E77CF-97E2-7C20-66E8-199FFE6EF98D}"/>
              </a:ext>
            </a:extLst>
          </p:cNvPr>
          <p:cNvSpPr/>
          <p:nvPr/>
        </p:nvSpPr>
        <p:spPr>
          <a:xfrm>
            <a:off x="1371600" y="1919981"/>
            <a:ext cx="2641107" cy="383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1A9A7F-C7ED-DE22-7237-1DFBC2162CFB}"/>
              </a:ext>
            </a:extLst>
          </p:cNvPr>
          <p:cNvSpPr/>
          <p:nvPr/>
        </p:nvSpPr>
        <p:spPr>
          <a:xfrm>
            <a:off x="1371600" y="2284982"/>
            <a:ext cx="2641107" cy="9820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2F3800-9552-7240-9983-D8DBD0915C14}"/>
              </a:ext>
            </a:extLst>
          </p:cNvPr>
          <p:cNvSpPr/>
          <p:nvPr/>
        </p:nvSpPr>
        <p:spPr>
          <a:xfrm>
            <a:off x="1371600" y="3248718"/>
            <a:ext cx="2641107" cy="3609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767C5EC-BADA-4A8F-D4C9-BBFE4ED27131}"/>
              </a:ext>
            </a:extLst>
          </p:cNvPr>
          <p:cNvSpPr/>
          <p:nvPr/>
        </p:nvSpPr>
        <p:spPr>
          <a:xfrm>
            <a:off x="4609967" y="1466766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1F37EA4-0165-8746-B56B-1C8324E78507}"/>
              </a:ext>
            </a:extLst>
          </p:cNvPr>
          <p:cNvSpPr/>
          <p:nvPr/>
        </p:nvSpPr>
        <p:spPr>
          <a:xfrm>
            <a:off x="4609967" y="1932134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7A1EAFA-0EF8-3B5C-3296-1272A8911514}"/>
              </a:ext>
            </a:extLst>
          </p:cNvPr>
          <p:cNvSpPr/>
          <p:nvPr/>
        </p:nvSpPr>
        <p:spPr>
          <a:xfrm>
            <a:off x="4609967" y="259598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2796FDD-5814-7BC3-A21C-6AA15B620CF2}"/>
              </a:ext>
            </a:extLst>
          </p:cNvPr>
          <p:cNvSpPr/>
          <p:nvPr/>
        </p:nvSpPr>
        <p:spPr>
          <a:xfrm>
            <a:off x="4609967" y="487335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569C7E8-90CA-1807-C145-56419FB32355}"/>
              </a:ext>
            </a:extLst>
          </p:cNvPr>
          <p:cNvCxnSpPr>
            <a:stCxn id="6" idx="3"/>
            <a:endCxn id="10" idx="2"/>
          </p:cNvCxnSpPr>
          <p:nvPr/>
        </p:nvCxnSpPr>
        <p:spPr>
          <a:xfrm flipV="1">
            <a:off x="4012707" y="1646766"/>
            <a:ext cx="597260" cy="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EA4D7E-06A6-78A3-02D5-C92D9FB98124}"/>
              </a:ext>
            </a:extLst>
          </p:cNvPr>
          <p:cNvCxnSpPr>
            <a:stCxn id="7" idx="3"/>
            <a:endCxn id="11" idx="2"/>
          </p:cNvCxnSpPr>
          <p:nvPr/>
        </p:nvCxnSpPr>
        <p:spPr>
          <a:xfrm>
            <a:off x="4012707" y="2111499"/>
            <a:ext cx="597260" cy="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4E0068F-8F77-BA96-7A4F-42B46E891714}"/>
              </a:ext>
            </a:extLst>
          </p:cNvPr>
          <p:cNvCxnSpPr>
            <a:stCxn id="8" idx="3"/>
            <a:endCxn id="12" idx="2"/>
          </p:cNvCxnSpPr>
          <p:nvPr/>
        </p:nvCxnSpPr>
        <p:spPr>
          <a:xfrm flipV="1">
            <a:off x="4012707" y="2775982"/>
            <a:ext cx="59726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44239AF-63DB-52CF-BAD4-8891D3350CDB}"/>
              </a:ext>
            </a:extLst>
          </p:cNvPr>
          <p:cNvCxnSpPr>
            <a:stCxn id="9" idx="3"/>
            <a:endCxn id="13" idx="2"/>
          </p:cNvCxnSpPr>
          <p:nvPr/>
        </p:nvCxnSpPr>
        <p:spPr>
          <a:xfrm>
            <a:off x="4012707" y="5053359"/>
            <a:ext cx="5972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392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B3A87-3D35-BA77-3BA9-2FF4673B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8E9A2-619C-C4A2-5A30-AB31B4A4C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 err="1">
                <a:latin typeface="+mj-ea"/>
              </a:rPr>
              <a:t>메인페이지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i="0" dirty="0">
                <a:latin typeface="+mj-ea"/>
                <a:ea typeface="+mj-ea"/>
              </a:rPr>
              <a:t>여행일정 영역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099D3593-2B5D-6094-3531-396064CA9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9072" y="994300"/>
            <a:ext cx="5113535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 err="1">
                <a:latin typeface="+mn-ea"/>
              </a:rPr>
              <a:t>바텀시트영역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사용자의 예정된 여행일정페이지를 </a:t>
            </a:r>
            <a:r>
              <a:rPr lang="ko-KR" altLang="en-US" sz="1400" dirty="0" err="1">
                <a:latin typeface="+mn-ea"/>
              </a:rPr>
              <a:t>바텀시트로</a:t>
            </a:r>
            <a:r>
              <a:rPr lang="ko-KR" altLang="en-US" sz="1400" dirty="0">
                <a:latin typeface="+mn-ea"/>
              </a:rPr>
              <a:t> 구성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기본값으로는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일차 일정만 </a:t>
            </a:r>
            <a:r>
              <a:rPr lang="ko-KR" altLang="en-US" sz="1400" dirty="0" err="1">
                <a:latin typeface="+mn-ea"/>
              </a:rPr>
              <a:t>확인가능하며</a:t>
            </a:r>
            <a:r>
              <a:rPr lang="en-US" altLang="ko-KR" sz="1400" dirty="0">
                <a:latin typeface="+mn-ea"/>
              </a:rPr>
              <a:t>,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위로 </a:t>
            </a:r>
            <a:r>
              <a:rPr lang="ko-KR" altLang="en-US" sz="1400" dirty="0" err="1">
                <a:latin typeface="+mn-ea"/>
              </a:rPr>
              <a:t>스와이프하여</a:t>
            </a:r>
            <a:r>
              <a:rPr lang="ko-KR" altLang="en-US" sz="1400" dirty="0">
                <a:latin typeface="+mn-ea"/>
              </a:rPr>
              <a:t> 전체일정을 확인가능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 err="1">
                <a:latin typeface="+mn-ea"/>
              </a:rPr>
              <a:t>스와이프된</a:t>
            </a:r>
            <a:r>
              <a:rPr lang="ko-KR" altLang="en-US" sz="1400" dirty="0">
                <a:latin typeface="+mn-ea"/>
              </a:rPr>
              <a:t> 모습은 이후 기술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예정된 여행일정 제목 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예정된 여행일정의 제목이 위치 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제목 우측엔 여행까지 며칠 남았는지 </a:t>
            </a:r>
            <a:r>
              <a:rPr lang="en-US" altLang="ko-KR" sz="1400" dirty="0">
                <a:latin typeface="+mn-ea"/>
              </a:rPr>
              <a:t>D-Day</a:t>
            </a:r>
            <a:r>
              <a:rPr lang="ko-KR" altLang="en-US" sz="1400" dirty="0">
                <a:latin typeface="+mn-ea"/>
              </a:rPr>
              <a:t>를 표시함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3.</a:t>
            </a:r>
            <a:r>
              <a:rPr lang="ko-KR" altLang="en-US" sz="1600" dirty="0">
                <a:latin typeface="+mn-ea"/>
              </a:rPr>
              <a:t>일정 세부정보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일차별 세부 정보를 보여줌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어떤 관광지를 이동하는지 간략한 정보를 보여줌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하단부에는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자세히 보기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버튼을 구성하여</a:t>
            </a:r>
            <a:r>
              <a:rPr lang="en-US" altLang="ko-KR" sz="1400" dirty="0">
                <a:latin typeface="+mn-ea"/>
              </a:rPr>
              <a:t>,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일정을 자세히 확인할 수 있는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일정 세부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페이지로 이동함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861BE21-5754-F12E-C717-DE376D798E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2464237"/>
            <a:ext cx="4448175" cy="3224926"/>
          </a:xfr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BC8CF61-DAB8-3AD4-4288-F41D6E2AA6E2}"/>
              </a:ext>
            </a:extLst>
          </p:cNvPr>
          <p:cNvSpPr/>
          <p:nvPr/>
        </p:nvSpPr>
        <p:spPr>
          <a:xfrm>
            <a:off x="1178626" y="2350149"/>
            <a:ext cx="4834122" cy="36600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11ED88-24AD-1FA2-264F-FA856D86410B}"/>
              </a:ext>
            </a:extLst>
          </p:cNvPr>
          <p:cNvSpPr/>
          <p:nvPr/>
        </p:nvSpPr>
        <p:spPr>
          <a:xfrm>
            <a:off x="1256421" y="2970264"/>
            <a:ext cx="4678532" cy="4587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BFF192-8AE5-3E30-8997-4DEF9D5BAA7F}"/>
              </a:ext>
            </a:extLst>
          </p:cNvPr>
          <p:cNvSpPr/>
          <p:nvPr/>
        </p:nvSpPr>
        <p:spPr>
          <a:xfrm>
            <a:off x="1256421" y="3423793"/>
            <a:ext cx="4678532" cy="24709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F0E92AF-D7E5-E7CF-F751-F64F369C2309}"/>
              </a:ext>
            </a:extLst>
          </p:cNvPr>
          <p:cNvSpPr/>
          <p:nvPr/>
        </p:nvSpPr>
        <p:spPr>
          <a:xfrm>
            <a:off x="3415687" y="1431255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282D5C-8D2D-2800-82AD-AF242C265703}"/>
              </a:ext>
            </a:extLst>
          </p:cNvPr>
          <p:cNvSpPr/>
          <p:nvPr/>
        </p:nvSpPr>
        <p:spPr>
          <a:xfrm>
            <a:off x="6410616" y="301963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EE34AD0-F53C-BDD9-2585-3DCE07BDD7EA}"/>
              </a:ext>
            </a:extLst>
          </p:cNvPr>
          <p:cNvSpPr/>
          <p:nvPr/>
        </p:nvSpPr>
        <p:spPr>
          <a:xfrm>
            <a:off x="6410616" y="447928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8A8AE4C-3706-0911-E5F7-7AE535CC8E33}"/>
              </a:ext>
            </a:extLst>
          </p:cNvPr>
          <p:cNvCxnSpPr>
            <a:stCxn id="9" idx="0"/>
            <a:endCxn id="12" idx="4"/>
          </p:cNvCxnSpPr>
          <p:nvPr/>
        </p:nvCxnSpPr>
        <p:spPr>
          <a:xfrm flipV="1">
            <a:off x="3595687" y="1791255"/>
            <a:ext cx="0" cy="5588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1357396-A6A7-9363-3393-5F8B556B1196}"/>
              </a:ext>
            </a:extLst>
          </p:cNvPr>
          <p:cNvCxnSpPr>
            <a:stCxn id="10" idx="3"/>
            <a:endCxn id="13" idx="2"/>
          </p:cNvCxnSpPr>
          <p:nvPr/>
        </p:nvCxnSpPr>
        <p:spPr>
          <a:xfrm>
            <a:off x="5934953" y="3199632"/>
            <a:ext cx="4756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FC60A40-D5FB-F40C-7513-C5F7862E0439}"/>
              </a:ext>
            </a:extLst>
          </p:cNvPr>
          <p:cNvCxnSpPr>
            <a:stCxn id="11" idx="3"/>
            <a:endCxn id="14" idx="2"/>
          </p:cNvCxnSpPr>
          <p:nvPr/>
        </p:nvCxnSpPr>
        <p:spPr>
          <a:xfrm flipV="1">
            <a:off x="5934953" y="4659282"/>
            <a:ext cx="475663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462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6C77-DFCD-BF86-E3D7-B441A02D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02BF9B-EBC1-D4C0-C693-61CBB449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 err="1">
                <a:latin typeface="+mj-ea"/>
              </a:rPr>
              <a:t>메인페이지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i="0" dirty="0">
                <a:latin typeface="+mj-ea"/>
                <a:ea typeface="+mj-ea"/>
              </a:rPr>
              <a:t>여행일정 영역</a:t>
            </a:r>
            <a:r>
              <a:rPr lang="en-US" altLang="ko-KR" sz="3200" i="0" dirty="0">
                <a:latin typeface="+mj-ea"/>
                <a:ea typeface="+mj-ea"/>
              </a:rPr>
              <a:t>(</a:t>
            </a:r>
            <a:r>
              <a:rPr lang="ko-KR" altLang="en-US" sz="3200" i="0" dirty="0">
                <a:latin typeface="+mj-ea"/>
                <a:ea typeface="+mj-ea"/>
              </a:rPr>
              <a:t>확장됨</a:t>
            </a:r>
            <a:r>
              <a:rPr lang="en-US" altLang="ko-KR" sz="3200" i="0" dirty="0">
                <a:latin typeface="+mj-ea"/>
                <a:ea typeface="+mj-ea"/>
              </a:rPr>
              <a:t>)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4C994199-FE7C-F839-EFF7-4B5F069D2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latin typeface="+mn-ea"/>
              </a:rPr>
              <a:t>여행 일정 영역을 위로 </a:t>
            </a:r>
            <a:r>
              <a:rPr lang="ko-KR" altLang="en-US" sz="1600" dirty="0" err="1">
                <a:latin typeface="+mn-ea"/>
              </a:rPr>
              <a:t>스와이프하여</a:t>
            </a:r>
            <a:r>
              <a:rPr lang="ko-KR" altLang="en-US" sz="1600" dirty="0">
                <a:latin typeface="+mn-ea"/>
              </a:rPr>
              <a:t> 전체 일정에 접근가능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F074DBD-F1EB-A4FB-D617-8DED1814EE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599" y="990599"/>
            <a:ext cx="2641107" cy="5869127"/>
          </a:xfrm>
        </p:spPr>
      </p:pic>
    </p:spTree>
    <p:extLst>
      <p:ext uri="{BB962C8B-B14F-4D97-AF65-F5344CB8AC3E}">
        <p14:creationId xmlns:p14="http://schemas.microsoft.com/office/powerpoint/2010/main" val="253970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722C4-B13C-341B-22DB-62A5970BD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7DE51-DB3E-F329-0C89-92A98FB4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 err="1">
                <a:latin typeface="+mj-ea"/>
              </a:rPr>
              <a:t>메인페이지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i="0" dirty="0">
                <a:latin typeface="+mj-ea"/>
                <a:ea typeface="+mj-ea"/>
              </a:rPr>
              <a:t>메뉴버튼</a:t>
            </a:r>
            <a:r>
              <a:rPr lang="en-US" altLang="ko-KR" sz="3200" i="0" dirty="0">
                <a:latin typeface="+mj-ea"/>
                <a:ea typeface="+mj-ea"/>
              </a:rPr>
              <a:t>(</a:t>
            </a:r>
            <a:r>
              <a:rPr lang="ko-KR" altLang="en-US" sz="3200" i="0" dirty="0">
                <a:latin typeface="+mj-ea"/>
                <a:ea typeface="+mj-ea"/>
              </a:rPr>
              <a:t>확장됨</a:t>
            </a:r>
            <a:r>
              <a:rPr lang="en-US" altLang="ko-KR" sz="3200" i="0" dirty="0">
                <a:latin typeface="+mj-ea"/>
                <a:ea typeface="+mj-ea"/>
              </a:rPr>
              <a:t>)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0DB70EAC-04C1-D57E-74BF-B02D63986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latin typeface="+mn-ea"/>
              </a:rPr>
              <a:t>메뉴 페이지가 우측에서 애니메이션과 함께 확장되어 나타남</a:t>
            </a:r>
            <a:endParaRPr lang="en-US" altLang="ko-KR" sz="1600" dirty="0">
              <a:latin typeface="+mn-ea"/>
            </a:endParaRPr>
          </a:p>
          <a:p>
            <a:r>
              <a:rPr lang="ko-KR" altLang="en-US" dirty="0">
                <a:latin typeface="+mj-ea"/>
                <a:ea typeface="+mj-ea"/>
              </a:rPr>
              <a:t>메뉴페이지</a:t>
            </a:r>
            <a:endParaRPr lang="en-US" altLang="ko-KR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 dirty="0">
              <a:latin typeface="+mj-ea"/>
              <a:ea typeface="+mj-ea"/>
            </a:endParaRPr>
          </a:p>
          <a:p>
            <a:pPr marL="530352" lvl="1" indent="0">
              <a:buNone/>
            </a:pPr>
            <a:r>
              <a:rPr lang="en-US" altLang="ko-KR" sz="1400" i="0" dirty="0">
                <a:latin typeface="+mj-ea"/>
                <a:ea typeface="+mj-ea"/>
              </a:rPr>
              <a:t>1. </a:t>
            </a:r>
            <a:r>
              <a:rPr lang="ko-KR" altLang="en-US" sz="1400" i="0" dirty="0">
                <a:latin typeface="+mj-ea"/>
                <a:ea typeface="+mj-ea"/>
              </a:rPr>
              <a:t>버튼영역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r>
              <a:rPr lang="en-US" altLang="ko-KR" sz="1400" i="0" dirty="0">
                <a:latin typeface="+mj-ea"/>
                <a:ea typeface="+mj-ea"/>
              </a:rPr>
              <a:t>2. </a:t>
            </a:r>
            <a:r>
              <a:rPr lang="ko-KR" altLang="en-US" sz="1400" i="0" dirty="0">
                <a:latin typeface="+mj-ea"/>
                <a:ea typeface="+mj-ea"/>
              </a:rPr>
              <a:t>사용자명 및 </a:t>
            </a:r>
            <a:r>
              <a:rPr lang="ko-KR" altLang="en-US" sz="1400" i="0" dirty="0" err="1">
                <a:latin typeface="+mj-ea"/>
                <a:ea typeface="+mj-ea"/>
              </a:rPr>
              <a:t>대표이미지영역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r>
              <a:rPr lang="en-US" altLang="ko-KR" sz="1400" i="0" dirty="0">
                <a:latin typeface="+mj-ea"/>
                <a:ea typeface="+mj-ea"/>
              </a:rPr>
              <a:t>3. (</a:t>
            </a:r>
            <a:r>
              <a:rPr lang="ko-KR" altLang="en-US" sz="1400" i="0" dirty="0" err="1">
                <a:latin typeface="+mj-ea"/>
                <a:ea typeface="+mj-ea"/>
              </a:rPr>
              <a:t>내여행</a:t>
            </a:r>
            <a:r>
              <a:rPr lang="en-US" altLang="ko-KR" sz="1400" i="0" dirty="0">
                <a:latin typeface="+mj-ea"/>
                <a:ea typeface="+mj-ea"/>
              </a:rPr>
              <a:t>|</a:t>
            </a:r>
            <a:r>
              <a:rPr lang="ko-KR" altLang="en-US" sz="1400" i="0" dirty="0">
                <a:latin typeface="+mj-ea"/>
                <a:ea typeface="+mj-ea"/>
              </a:rPr>
              <a:t>스크랩</a:t>
            </a:r>
            <a:r>
              <a:rPr lang="en-US" altLang="ko-KR" sz="1400" i="0" dirty="0">
                <a:latin typeface="+mj-ea"/>
                <a:ea typeface="+mj-ea"/>
              </a:rPr>
              <a:t>|</a:t>
            </a:r>
            <a:r>
              <a:rPr lang="ko-KR" altLang="en-US" sz="1400" i="0" dirty="0" err="1">
                <a:latin typeface="+mj-ea"/>
                <a:ea typeface="+mj-ea"/>
              </a:rPr>
              <a:t>내여정</a:t>
            </a:r>
            <a:r>
              <a:rPr lang="en-US" altLang="ko-KR" sz="1400" i="0" dirty="0">
                <a:latin typeface="+mj-ea"/>
                <a:ea typeface="+mj-ea"/>
              </a:rPr>
              <a:t>)_</a:t>
            </a:r>
            <a:r>
              <a:rPr lang="ko-KR" altLang="en-US" sz="1400" i="0" dirty="0">
                <a:latin typeface="+mj-ea"/>
                <a:ea typeface="+mj-ea"/>
              </a:rPr>
              <a:t>버튼 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r>
              <a:rPr lang="en-US" altLang="ko-KR" sz="1400" i="0" dirty="0">
                <a:latin typeface="+mj-ea"/>
                <a:ea typeface="+mj-ea"/>
              </a:rPr>
              <a:t>4. (</a:t>
            </a:r>
            <a:r>
              <a:rPr lang="ko-KR" altLang="en-US" sz="1400" i="0" dirty="0" err="1">
                <a:latin typeface="+mj-ea"/>
                <a:ea typeface="+mj-ea"/>
              </a:rPr>
              <a:t>내정보</a:t>
            </a:r>
            <a:r>
              <a:rPr lang="en-US" altLang="ko-KR" sz="1400" i="0" dirty="0">
                <a:latin typeface="+mj-ea"/>
                <a:ea typeface="+mj-ea"/>
              </a:rPr>
              <a:t>|</a:t>
            </a:r>
            <a:r>
              <a:rPr lang="ko-KR" altLang="en-US" sz="1400" i="0" dirty="0">
                <a:latin typeface="+mj-ea"/>
                <a:ea typeface="+mj-ea"/>
              </a:rPr>
              <a:t>도전과제</a:t>
            </a:r>
            <a:r>
              <a:rPr lang="en-US" altLang="ko-KR" sz="1400" i="0" dirty="0">
                <a:latin typeface="+mj-ea"/>
                <a:ea typeface="+mj-ea"/>
              </a:rPr>
              <a:t>|</a:t>
            </a:r>
            <a:r>
              <a:rPr lang="ko-KR" altLang="en-US" sz="1400" i="0" dirty="0">
                <a:latin typeface="+mj-ea"/>
                <a:ea typeface="+mj-ea"/>
              </a:rPr>
              <a:t>내 리뷰</a:t>
            </a:r>
            <a:r>
              <a:rPr lang="en-US" altLang="ko-KR" sz="1400" i="0" dirty="0">
                <a:latin typeface="+mj-ea"/>
                <a:ea typeface="+mj-ea"/>
              </a:rPr>
              <a:t>)_</a:t>
            </a:r>
            <a:r>
              <a:rPr lang="ko-KR" altLang="en-US" sz="1400" i="0" dirty="0">
                <a:latin typeface="+mj-ea"/>
                <a:ea typeface="+mj-ea"/>
              </a:rPr>
              <a:t>버튼 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None/>
            </a:pPr>
            <a:r>
              <a:rPr lang="en-US" altLang="ko-KR" sz="1400" i="0" dirty="0">
                <a:latin typeface="+mj-ea"/>
                <a:ea typeface="+mj-ea"/>
              </a:rPr>
              <a:t>4.5. (4)</a:t>
            </a:r>
            <a:r>
              <a:rPr lang="ko-KR" altLang="en-US" sz="1400" i="0" dirty="0">
                <a:latin typeface="+mj-ea"/>
                <a:ea typeface="+mj-ea"/>
              </a:rPr>
              <a:t>번의 상세영역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0377233-01A8-4409-0B0F-7C270EFADD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599" y="990599"/>
            <a:ext cx="2641107" cy="5869127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74FA1A2-25AB-036B-6BEA-62D3044C41EE}"/>
              </a:ext>
            </a:extLst>
          </p:cNvPr>
          <p:cNvSpPr/>
          <p:nvPr/>
        </p:nvSpPr>
        <p:spPr>
          <a:xfrm>
            <a:off x="1833563" y="990599"/>
            <a:ext cx="2219325" cy="419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2EF919-7841-1A25-5CF5-BC0B2174507A}"/>
              </a:ext>
            </a:extLst>
          </p:cNvPr>
          <p:cNvSpPr/>
          <p:nvPr/>
        </p:nvSpPr>
        <p:spPr>
          <a:xfrm>
            <a:off x="1833563" y="1409700"/>
            <a:ext cx="2219325" cy="8524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AF6DED-3B06-C0E0-56A1-12727F44D518}"/>
              </a:ext>
            </a:extLst>
          </p:cNvPr>
          <p:cNvSpPr/>
          <p:nvPr/>
        </p:nvSpPr>
        <p:spPr>
          <a:xfrm>
            <a:off x="1833563" y="2255045"/>
            <a:ext cx="2219325" cy="621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5E3053-577C-8192-2FED-31C3D0C305B1}"/>
              </a:ext>
            </a:extLst>
          </p:cNvPr>
          <p:cNvSpPr/>
          <p:nvPr/>
        </p:nvSpPr>
        <p:spPr>
          <a:xfrm>
            <a:off x="1833563" y="2876550"/>
            <a:ext cx="2219325" cy="371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BD266E-9A26-5E71-D528-FF332A6A5406}"/>
              </a:ext>
            </a:extLst>
          </p:cNvPr>
          <p:cNvSpPr/>
          <p:nvPr/>
        </p:nvSpPr>
        <p:spPr>
          <a:xfrm>
            <a:off x="1833563" y="3238501"/>
            <a:ext cx="2219325" cy="1952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89838EE-7724-E475-C76A-0BC348001951}"/>
              </a:ext>
            </a:extLst>
          </p:cNvPr>
          <p:cNvSpPr/>
          <p:nvPr/>
        </p:nvSpPr>
        <p:spPr>
          <a:xfrm>
            <a:off x="4789967" y="102014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8301461-6717-2B52-1318-ADE425E41E80}"/>
              </a:ext>
            </a:extLst>
          </p:cNvPr>
          <p:cNvSpPr/>
          <p:nvPr/>
        </p:nvSpPr>
        <p:spPr>
          <a:xfrm>
            <a:off x="4789967" y="1655944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5E45359-F505-1DB8-FA3F-8318B73B5FB2}"/>
              </a:ext>
            </a:extLst>
          </p:cNvPr>
          <p:cNvSpPr/>
          <p:nvPr/>
        </p:nvSpPr>
        <p:spPr>
          <a:xfrm>
            <a:off x="4789967" y="2385797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6D68DE6-5C37-8929-29B9-912B3D83D5EB}"/>
              </a:ext>
            </a:extLst>
          </p:cNvPr>
          <p:cNvSpPr/>
          <p:nvPr/>
        </p:nvSpPr>
        <p:spPr>
          <a:xfrm>
            <a:off x="4789967" y="2882287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B2A3E13-D839-0BDB-228B-C895D826AAE1}"/>
              </a:ext>
            </a:extLst>
          </p:cNvPr>
          <p:cNvSpPr/>
          <p:nvPr/>
        </p:nvSpPr>
        <p:spPr>
          <a:xfrm>
            <a:off x="4789967" y="4034813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D96E132-D1B3-BD32-E7A8-87A8ACE20C98}"/>
              </a:ext>
            </a:extLst>
          </p:cNvPr>
          <p:cNvCxnSpPr>
            <a:stCxn id="6" idx="3"/>
            <a:endCxn id="13" idx="2"/>
          </p:cNvCxnSpPr>
          <p:nvPr/>
        </p:nvCxnSpPr>
        <p:spPr>
          <a:xfrm flipV="1">
            <a:off x="4052888" y="1200149"/>
            <a:ext cx="73707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C520E5E-104B-B01B-0698-4148C0E861A5}"/>
              </a:ext>
            </a:extLst>
          </p:cNvPr>
          <p:cNvCxnSpPr>
            <a:stCxn id="7" idx="3"/>
            <a:endCxn id="14" idx="2"/>
          </p:cNvCxnSpPr>
          <p:nvPr/>
        </p:nvCxnSpPr>
        <p:spPr>
          <a:xfrm>
            <a:off x="4052888" y="1835944"/>
            <a:ext cx="7370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71C432B-84E2-D174-5AA8-EEE7DB8BBE75}"/>
              </a:ext>
            </a:extLst>
          </p:cNvPr>
          <p:cNvCxnSpPr>
            <a:stCxn id="8" idx="3"/>
            <a:endCxn id="15" idx="2"/>
          </p:cNvCxnSpPr>
          <p:nvPr/>
        </p:nvCxnSpPr>
        <p:spPr>
          <a:xfrm flipV="1">
            <a:off x="4052888" y="2565797"/>
            <a:ext cx="73707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D30ACF2-CF33-74CC-3AF3-585D1C5A3E5D}"/>
              </a:ext>
            </a:extLst>
          </p:cNvPr>
          <p:cNvCxnSpPr>
            <a:stCxn id="11" idx="3"/>
            <a:endCxn id="16" idx="2"/>
          </p:cNvCxnSpPr>
          <p:nvPr/>
        </p:nvCxnSpPr>
        <p:spPr>
          <a:xfrm flipV="1">
            <a:off x="4052888" y="3062287"/>
            <a:ext cx="73707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2A34CBA-99D3-2A99-4D9E-CA022516ED5B}"/>
              </a:ext>
            </a:extLst>
          </p:cNvPr>
          <p:cNvCxnSpPr>
            <a:stCxn id="12" idx="3"/>
            <a:endCxn id="17" idx="2"/>
          </p:cNvCxnSpPr>
          <p:nvPr/>
        </p:nvCxnSpPr>
        <p:spPr>
          <a:xfrm>
            <a:off x="4052888" y="4214813"/>
            <a:ext cx="7370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13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EBA61-A457-8848-6C3A-2BDD6ECB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9A5BD-6BAF-1B73-5274-8169A303E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+mj-ea"/>
              </a:rPr>
              <a:t>화면 구성 </a:t>
            </a:r>
            <a:r>
              <a:rPr lang="en-US" altLang="ko-KR" sz="3000" dirty="0">
                <a:latin typeface="+mj-ea"/>
              </a:rPr>
              <a:t>– </a:t>
            </a:r>
            <a:r>
              <a:rPr lang="ko-KR" altLang="en-US" sz="3000" dirty="0" err="1">
                <a:latin typeface="+mj-ea"/>
              </a:rPr>
              <a:t>메인페이지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i="0" dirty="0">
                <a:latin typeface="+mj-ea"/>
                <a:ea typeface="+mj-ea"/>
              </a:rPr>
              <a:t>메뉴버튼</a:t>
            </a:r>
            <a:r>
              <a:rPr lang="en-US" altLang="ko-KR" sz="3000" i="0" dirty="0">
                <a:latin typeface="+mj-ea"/>
                <a:ea typeface="+mj-ea"/>
              </a:rPr>
              <a:t>(</a:t>
            </a:r>
            <a:r>
              <a:rPr lang="ko-KR" altLang="en-US" sz="3000" i="0" dirty="0">
                <a:latin typeface="+mj-ea"/>
                <a:ea typeface="+mj-ea"/>
              </a:rPr>
              <a:t>확장됨</a:t>
            </a:r>
            <a:r>
              <a:rPr lang="en-US" altLang="ko-KR" sz="3000" i="0" dirty="0">
                <a:latin typeface="+mj-ea"/>
                <a:ea typeface="+mj-ea"/>
              </a:rPr>
              <a:t>)/</a:t>
            </a:r>
            <a:r>
              <a:rPr lang="ko-KR" altLang="en-US" sz="3000" i="0" dirty="0">
                <a:latin typeface="+mj-ea"/>
                <a:ea typeface="+mj-ea"/>
              </a:rPr>
              <a:t>버튼영역</a:t>
            </a:r>
            <a:endParaRPr lang="ko-KR" altLang="en-US" sz="30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11EF9934-4206-6A67-3D22-709E71BCC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5550" y="994300"/>
            <a:ext cx="5697057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1.[X]</a:t>
            </a:r>
            <a:r>
              <a:rPr lang="ko-KR" altLang="en-US" sz="1600" dirty="0">
                <a:latin typeface="+mn-ea"/>
              </a:rPr>
              <a:t>버튼 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현재 확장된 메뉴영역을 닫는 버튼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환경설정버튼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어플리케이션 관련 환경설정을 세팅하는 페이지로 이동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EA7698E-D370-C0BE-5288-C586989985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3877409"/>
            <a:ext cx="4448175" cy="398581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05E0579-654F-4BA6-9535-E5FE68C49D82}"/>
              </a:ext>
            </a:extLst>
          </p:cNvPr>
          <p:cNvSpPr/>
          <p:nvPr/>
        </p:nvSpPr>
        <p:spPr>
          <a:xfrm>
            <a:off x="1152525" y="3657600"/>
            <a:ext cx="847725" cy="809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C9C08-A4FF-728D-CB2F-F29441575AAF}"/>
              </a:ext>
            </a:extLst>
          </p:cNvPr>
          <p:cNvSpPr/>
          <p:nvPr/>
        </p:nvSpPr>
        <p:spPr>
          <a:xfrm>
            <a:off x="5191125" y="3657600"/>
            <a:ext cx="847725" cy="809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5E69AE6-D3B5-B0C2-0314-FB126D5A0E79}"/>
              </a:ext>
            </a:extLst>
          </p:cNvPr>
          <p:cNvSpPr/>
          <p:nvPr/>
        </p:nvSpPr>
        <p:spPr>
          <a:xfrm>
            <a:off x="1396387" y="284040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E924C57-6199-BB2F-0582-B3F1F6EDB997}"/>
              </a:ext>
            </a:extLst>
          </p:cNvPr>
          <p:cNvSpPr/>
          <p:nvPr/>
        </p:nvSpPr>
        <p:spPr>
          <a:xfrm>
            <a:off x="5434987" y="284040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C7BBD97-B68A-D967-A7E1-E5BE5F2AFED5}"/>
              </a:ext>
            </a:extLst>
          </p:cNvPr>
          <p:cNvCxnSpPr>
            <a:stCxn id="6" idx="0"/>
            <a:endCxn id="8" idx="4"/>
          </p:cNvCxnSpPr>
          <p:nvPr/>
        </p:nvCxnSpPr>
        <p:spPr>
          <a:xfrm flipH="1" flipV="1">
            <a:off x="1576387" y="3200400"/>
            <a:ext cx="1" cy="457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F707D4C-A6F5-6EDC-C6C2-785EFB7F7D12}"/>
              </a:ext>
            </a:extLst>
          </p:cNvPr>
          <p:cNvCxnSpPr>
            <a:stCxn id="7" idx="0"/>
            <a:endCxn id="9" idx="4"/>
          </p:cNvCxnSpPr>
          <p:nvPr/>
        </p:nvCxnSpPr>
        <p:spPr>
          <a:xfrm flipH="1" flipV="1">
            <a:off x="5614987" y="3200400"/>
            <a:ext cx="1" cy="457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633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65C0-05CB-D3B1-C771-C81396BEF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C744F-FEC4-89E9-BCA3-280129DE1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+mj-ea"/>
              </a:rPr>
              <a:t>화면 구성 </a:t>
            </a:r>
            <a:r>
              <a:rPr lang="en-US" altLang="ko-KR" sz="3000" dirty="0">
                <a:latin typeface="+mj-ea"/>
              </a:rPr>
              <a:t>– </a:t>
            </a:r>
            <a:r>
              <a:rPr lang="ko-KR" altLang="en-US" sz="3000" dirty="0" err="1">
                <a:latin typeface="+mj-ea"/>
              </a:rPr>
              <a:t>메인페이지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i="0" dirty="0">
                <a:latin typeface="+mj-ea"/>
                <a:ea typeface="+mj-ea"/>
              </a:rPr>
              <a:t>메뉴버튼</a:t>
            </a:r>
            <a:r>
              <a:rPr lang="en-US" altLang="ko-KR" sz="3000" i="0" dirty="0">
                <a:latin typeface="+mj-ea"/>
                <a:ea typeface="+mj-ea"/>
              </a:rPr>
              <a:t>(</a:t>
            </a:r>
            <a:r>
              <a:rPr lang="ko-KR" altLang="en-US" sz="3000" i="0" dirty="0">
                <a:latin typeface="+mj-ea"/>
                <a:ea typeface="+mj-ea"/>
              </a:rPr>
              <a:t>확장됨</a:t>
            </a:r>
            <a:r>
              <a:rPr lang="en-US" altLang="ko-KR" sz="3000" i="0" dirty="0">
                <a:latin typeface="+mj-ea"/>
                <a:ea typeface="+mj-ea"/>
              </a:rPr>
              <a:t>)/</a:t>
            </a:r>
            <a:br>
              <a:rPr lang="en-US" altLang="ko-KR" sz="3000" i="0" dirty="0">
                <a:latin typeface="+mj-ea"/>
                <a:ea typeface="+mj-ea"/>
              </a:rPr>
            </a:br>
            <a:r>
              <a:rPr lang="en-US" altLang="ko-KR" sz="3000" i="0" dirty="0">
                <a:latin typeface="+mj-ea"/>
                <a:ea typeface="+mj-ea"/>
              </a:rPr>
              <a:t>                </a:t>
            </a:r>
            <a:r>
              <a:rPr lang="ko-KR" altLang="en-US" sz="3000" i="0" dirty="0">
                <a:latin typeface="+mj-ea"/>
                <a:ea typeface="+mj-ea"/>
              </a:rPr>
              <a:t>사용자명 및 </a:t>
            </a:r>
            <a:r>
              <a:rPr lang="ko-KR" altLang="en-US" sz="3000" i="0" dirty="0" err="1">
                <a:latin typeface="+mj-ea"/>
                <a:ea typeface="+mj-ea"/>
              </a:rPr>
              <a:t>대표이미지영역</a:t>
            </a:r>
            <a:br>
              <a:rPr lang="en-US" altLang="ko-KR" sz="3000" i="0" dirty="0">
                <a:latin typeface="+mj-ea"/>
                <a:ea typeface="+mj-ea"/>
              </a:rPr>
            </a:br>
            <a:endParaRPr lang="ko-KR" altLang="en-US" sz="30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D7CC16EC-3C17-BE14-2CA6-E0E2896CE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사용자명영역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사용자의 이름이 표시되는 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[</a:t>
            </a:r>
            <a:r>
              <a:rPr lang="ko-KR" altLang="en-US" sz="1400" dirty="0">
                <a:latin typeface="+mn-ea"/>
              </a:rPr>
              <a:t>프로필 편집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버튼을 통해 사용자명을 수정가능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사용자 이미지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사용자의 </a:t>
            </a:r>
            <a:r>
              <a:rPr lang="ko-KR" altLang="en-US" sz="1400" dirty="0" err="1">
                <a:latin typeface="+mn-ea"/>
              </a:rPr>
              <a:t>대표이미지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CBDF0B7-D8BB-9E86-F524-B20C2B9C9D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3397862"/>
            <a:ext cx="4448175" cy="1357675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1165C60-254E-D644-8819-429F17B57C0E}"/>
              </a:ext>
            </a:extLst>
          </p:cNvPr>
          <p:cNvSpPr/>
          <p:nvPr/>
        </p:nvSpPr>
        <p:spPr>
          <a:xfrm>
            <a:off x="1287262" y="3551068"/>
            <a:ext cx="1899821" cy="11363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4F52AF-C932-3BE7-914B-73433DBD3EB3}"/>
              </a:ext>
            </a:extLst>
          </p:cNvPr>
          <p:cNvSpPr/>
          <p:nvPr/>
        </p:nvSpPr>
        <p:spPr>
          <a:xfrm>
            <a:off x="4314549" y="3329735"/>
            <a:ext cx="1685226" cy="148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1959287-F736-9A57-B728-4D356F095918}"/>
              </a:ext>
            </a:extLst>
          </p:cNvPr>
          <p:cNvSpPr/>
          <p:nvPr/>
        </p:nvSpPr>
        <p:spPr>
          <a:xfrm>
            <a:off x="2057172" y="2385706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96EF1BF-F5E2-6638-4F9B-C6A768B509B0}"/>
              </a:ext>
            </a:extLst>
          </p:cNvPr>
          <p:cNvSpPr/>
          <p:nvPr/>
        </p:nvSpPr>
        <p:spPr>
          <a:xfrm>
            <a:off x="4977162" y="2385706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DFF8177-C693-53A2-3207-31430BB0AD7A}"/>
              </a:ext>
            </a:extLst>
          </p:cNvPr>
          <p:cNvCxnSpPr>
            <a:stCxn id="6" idx="0"/>
            <a:endCxn id="8" idx="4"/>
          </p:cNvCxnSpPr>
          <p:nvPr/>
        </p:nvCxnSpPr>
        <p:spPr>
          <a:xfrm flipH="1" flipV="1">
            <a:off x="2237172" y="2745706"/>
            <a:ext cx="1" cy="8053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6F006AF-9FAE-464C-785B-55D553DD299A}"/>
              </a:ext>
            </a:extLst>
          </p:cNvPr>
          <p:cNvCxnSpPr>
            <a:stCxn id="7" idx="0"/>
            <a:endCxn id="9" idx="4"/>
          </p:cNvCxnSpPr>
          <p:nvPr/>
        </p:nvCxnSpPr>
        <p:spPr>
          <a:xfrm flipV="1">
            <a:off x="5157162" y="2745706"/>
            <a:ext cx="0" cy="5840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983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211F1-D666-661F-0A82-F0E29108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B15521-044D-C3A3-BD45-7869E569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+mj-ea"/>
              </a:rPr>
              <a:t>화면 구성 </a:t>
            </a:r>
            <a:r>
              <a:rPr lang="en-US" altLang="ko-KR" sz="3000" dirty="0">
                <a:latin typeface="+mj-ea"/>
              </a:rPr>
              <a:t>– </a:t>
            </a:r>
            <a:r>
              <a:rPr lang="ko-KR" altLang="en-US" sz="3000" dirty="0" err="1">
                <a:latin typeface="+mj-ea"/>
              </a:rPr>
              <a:t>메인페이지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i="0" dirty="0">
                <a:latin typeface="+mj-ea"/>
                <a:ea typeface="+mj-ea"/>
              </a:rPr>
              <a:t>메뉴버튼</a:t>
            </a:r>
            <a:r>
              <a:rPr lang="en-US" altLang="ko-KR" sz="3000" i="0" dirty="0">
                <a:latin typeface="+mj-ea"/>
                <a:ea typeface="+mj-ea"/>
              </a:rPr>
              <a:t>(</a:t>
            </a:r>
            <a:r>
              <a:rPr lang="ko-KR" altLang="en-US" sz="3000" i="0" dirty="0">
                <a:latin typeface="+mj-ea"/>
                <a:ea typeface="+mj-ea"/>
              </a:rPr>
              <a:t>확장됨</a:t>
            </a:r>
            <a:r>
              <a:rPr lang="en-US" altLang="ko-KR" sz="3000" i="0" dirty="0">
                <a:latin typeface="+mj-ea"/>
                <a:ea typeface="+mj-ea"/>
              </a:rPr>
              <a:t>)/</a:t>
            </a:r>
            <a:br>
              <a:rPr lang="en-US" altLang="ko-KR" sz="3000" i="0" dirty="0">
                <a:latin typeface="+mj-ea"/>
                <a:ea typeface="+mj-ea"/>
              </a:rPr>
            </a:br>
            <a:r>
              <a:rPr lang="en-US" altLang="ko-KR" sz="3000" i="0" dirty="0">
                <a:latin typeface="+mj-ea"/>
                <a:ea typeface="+mj-ea"/>
              </a:rPr>
              <a:t>                (</a:t>
            </a:r>
            <a:r>
              <a:rPr lang="ko-KR" altLang="en-US" sz="3000" i="0" dirty="0" err="1">
                <a:latin typeface="+mj-ea"/>
                <a:ea typeface="+mj-ea"/>
              </a:rPr>
              <a:t>내여행</a:t>
            </a:r>
            <a:r>
              <a:rPr lang="en-US" altLang="ko-KR" sz="3000" i="0" dirty="0">
                <a:latin typeface="+mj-ea"/>
                <a:ea typeface="+mj-ea"/>
              </a:rPr>
              <a:t>|</a:t>
            </a:r>
            <a:r>
              <a:rPr lang="ko-KR" altLang="en-US" sz="3000" i="0" dirty="0">
                <a:latin typeface="+mj-ea"/>
                <a:ea typeface="+mj-ea"/>
              </a:rPr>
              <a:t>스크랩</a:t>
            </a:r>
            <a:r>
              <a:rPr lang="en-US" altLang="ko-KR" sz="3000" i="0" dirty="0">
                <a:latin typeface="+mj-ea"/>
                <a:ea typeface="+mj-ea"/>
              </a:rPr>
              <a:t>|</a:t>
            </a:r>
            <a:r>
              <a:rPr lang="ko-KR" altLang="en-US" sz="3000" i="0" dirty="0" err="1">
                <a:latin typeface="+mj-ea"/>
                <a:ea typeface="+mj-ea"/>
              </a:rPr>
              <a:t>내여정</a:t>
            </a:r>
            <a:r>
              <a:rPr lang="en-US" altLang="ko-KR" sz="3000" i="0" dirty="0">
                <a:latin typeface="+mj-ea"/>
                <a:ea typeface="+mj-ea"/>
              </a:rPr>
              <a:t>)_</a:t>
            </a:r>
            <a:r>
              <a:rPr lang="ko-KR" altLang="en-US" sz="3000" i="0" dirty="0">
                <a:latin typeface="+mj-ea"/>
                <a:ea typeface="+mj-ea"/>
              </a:rPr>
              <a:t>버튼 영역</a:t>
            </a:r>
            <a:endParaRPr lang="ko-KR" altLang="en-US" sz="30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788634B9-E57A-E7EE-C57F-1D5C10693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버튼영역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 err="1">
                <a:latin typeface="+mn-ea"/>
              </a:rPr>
              <a:t>내여행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스크랩한 여행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내여정</a:t>
            </a:r>
            <a:r>
              <a:rPr lang="ko-KR" altLang="en-US" sz="1400" dirty="0">
                <a:latin typeface="+mn-ea"/>
              </a:rPr>
              <a:t> 페이지로 이동하는 버튼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1_1.</a:t>
            </a:r>
            <a:r>
              <a:rPr lang="ko-KR" altLang="en-US" sz="1600" dirty="0" err="1">
                <a:latin typeface="+mn-ea"/>
              </a:rPr>
              <a:t>내여행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예정된 내 여행일정을 확인할 수 있는 페이지로 이동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1_2.</a:t>
            </a:r>
            <a:r>
              <a:rPr lang="ko-KR" altLang="en-US" sz="1600" dirty="0">
                <a:latin typeface="+mn-ea"/>
              </a:rPr>
              <a:t>스크랩영역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내가 저장한 </a:t>
            </a:r>
            <a:r>
              <a:rPr lang="en-US" altLang="ko-KR" sz="1400" dirty="0">
                <a:latin typeface="+mn-ea"/>
              </a:rPr>
              <a:t>‘</a:t>
            </a:r>
            <a:r>
              <a:rPr lang="ko-KR" altLang="en-US" sz="1400" dirty="0">
                <a:latin typeface="+mn-ea"/>
              </a:rPr>
              <a:t>다른 사람</a:t>
            </a:r>
            <a:r>
              <a:rPr lang="en-US" altLang="ko-KR" sz="1400" dirty="0">
                <a:latin typeface="+mn-ea"/>
              </a:rPr>
              <a:t>’</a:t>
            </a:r>
            <a:r>
              <a:rPr lang="ko-KR" altLang="en-US" sz="1400" dirty="0">
                <a:latin typeface="+mn-ea"/>
              </a:rPr>
              <a:t>의 여행일정을 확인할 수 있는 페이지로 이동 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1_3.</a:t>
            </a:r>
            <a:r>
              <a:rPr lang="ko-KR" altLang="en-US" sz="1600" dirty="0">
                <a:latin typeface="+mn-ea"/>
              </a:rPr>
              <a:t>버튼영역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지금까지 내가 여행했던 여행기록을 확인할 수 있는 페이지로 이동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endParaRPr lang="en-US" altLang="ko-KR" sz="1400" dirty="0">
              <a:latin typeface="+mn-ea"/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C1CD95C-9D04-5A12-557D-FAA68B193C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3581493"/>
            <a:ext cx="4448175" cy="990413"/>
          </a:xfr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C107465-DF7D-CFCC-6AA9-06E85582DA5A}"/>
              </a:ext>
            </a:extLst>
          </p:cNvPr>
          <p:cNvSpPr/>
          <p:nvPr/>
        </p:nvSpPr>
        <p:spPr>
          <a:xfrm>
            <a:off x="1198485" y="3364637"/>
            <a:ext cx="1056443" cy="1402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5E78D48-48BF-F9E9-9893-ABFF586DF32B}"/>
              </a:ext>
            </a:extLst>
          </p:cNvPr>
          <p:cNvSpPr/>
          <p:nvPr/>
        </p:nvSpPr>
        <p:spPr>
          <a:xfrm>
            <a:off x="1546706" y="2369093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F414646-2D43-2B1F-8052-3107280F0148}"/>
              </a:ext>
            </a:extLst>
          </p:cNvPr>
          <p:cNvCxnSpPr>
            <a:stCxn id="8" idx="0"/>
            <a:endCxn id="9" idx="4"/>
          </p:cNvCxnSpPr>
          <p:nvPr/>
        </p:nvCxnSpPr>
        <p:spPr>
          <a:xfrm flipH="1" flipV="1">
            <a:off x="1726706" y="2729093"/>
            <a:ext cx="1" cy="6355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667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1A66-6DFC-D8A9-5691-AC400A7CF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3B4E6-11C7-0FCC-258D-8CC5F42B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+mj-ea"/>
              </a:rPr>
              <a:t>화면 구성 </a:t>
            </a:r>
            <a:r>
              <a:rPr lang="en-US" altLang="ko-KR" sz="3000" dirty="0">
                <a:latin typeface="+mj-ea"/>
              </a:rPr>
              <a:t>– </a:t>
            </a:r>
            <a:r>
              <a:rPr lang="ko-KR" altLang="en-US" sz="3000" dirty="0" err="1">
                <a:latin typeface="+mj-ea"/>
              </a:rPr>
              <a:t>메인페이지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i="0" dirty="0">
                <a:latin typeface="+mj-ea"/>
                <a:ea typeface="+mj-ea"/>
              </a:rPr>
              <a:t>메뉴버튼</a:t>
            </a:r>
            <a:r>
              <a:rPr lang="en-US" altLang="ko-KR" sz="3000" i="0" dirty="0">
                <a:latin typeface="+mj-ea"/>
                <a:ea typeface="+mj-ea"/>
              </a:rPr>
              <a:t>(</a:t>
            </a:r>
            <a:r>
              <a:rPr lang="ko-KR" altLang="en-US" sz="3000" i="0" dirty="0">
                <a:latin typeface="+mj-ea"/>
                <a:ea typeface="+mj-ea"/>
              </a:rPr>
              <a:t>확장됨</a:t>
            </a:r>
            <a:r>
              <a:rPr lang="en-US" altLang="ko-KR" sz="3000" i="0" dirty="0">
                <a:latin typeface="+mj-ea"/>
                <a:ea typeface="+mj-ea"/>
              </a:rPr>
              <a:t>)/</a:t>
            </a:r>
            <a:br>
              <a:rPr lang="en-US" altLang="ko-KR" sz="3000" i="0" dirty="0">
                <a:latin typeface="+mj-ea"/>
                <a:ea typeface="+mj-ea"/>
              </a:rPr>
            </a:br>
            <a:r>
              <a:rPr lang="en-US" altLang="ko-KR" sz="3000" i="0" dirty="0">
                <a:latin typeface="+mj-ea"/>
                <a:ea typeface="+mj-ea"/>
              </a:rPr>
              <a:t>                (</a:t>
            </a:r>
            <a:r>
              <a:rPr lang="ko-KR" altLang="en-US" sz="3000" i="0" dirty="0" err="1">
                <a:latin typeface="+mj-ea"/>
                <a:ea typeface="+mj-ea"/>
              </a:rPr>
              <a:t>내정보</a:t>
            </a:r>
            <a:r>
              <a:rPr lang="en-US" altLang="ko-KR" sz="3000" i="0" dirty="0">
                <a:latin typeface="+mj-ea"/>
                <a:ea typeface="+mj-ea"/>
              </a:rPr>
              <a:t>|</a:t>
            </a:r>
            <a:r>
              <a:rPr lang="ko-KR" altLang="en-US" sz="3000" i="0" dirty="0">
                <a:latin typeface="+mj-ea"/>
                <a:ea typeface="+mj-ea"/>
              </a:rPr>
              <a:t>도전과제</a:t>
            </a:r>
            <a:r>
              <a:rPr lang="en-US" altLang="ko-KR" sz="3000" i="0" dirty="0">
                <a:latin typeface="+mj-ea"/>
                <a:ea typeface="+mj-ea"/>
              </a:rPr>
              <a:t>|</a:t>
            </a:r>
            <a:r>
              <a:rPr lang="ko-KR" altLang="en-US" sz="3000" i="0" dirty="0">
                <a:latin typeface="+mj-ea"/>
                <a:ea typeface="+mj-ea"/>
              </a:rPr>
              <a:t>내 리뷰</a:t>
            </a:r>
            <a:r>
              <a:rPr lang="en-US" altLang="ko-KR" sz="3000" i="0" dirty="0">
                <a:latin typeface="+mj-ea"/>
                <a:ea typeface="+mj-ea"/>
              </a:rPr>
              <a:t>)_</a:t>
            </a:r>
            <a:r>
              <a:rPr lang="ko-KR" altLang="en-US" sz="3000" i="0" dirty="0">
                <a:latin typeface="+mj-ea"/>
                <a:ea typeface="+mj-ea"/>
              </a:rPr>
              <a:t>버튼 영역</a:t>
            </a:r>
            <a:endParaRPr lang="ko-KR" altLang="en-US" sz="30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51D44B58-5169-992F-4088-9F888E63C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버튼영역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[</a:t>
            </a:r>
            <a:r>
              <a:rPr lang="ko-KR" altLang="en-US" sz="1400" dirty="0" err="1">
                <a:latin typeface="+mn-ea"/>
              </a:rPr>
              <a:t>내정보</a:t>
            </a:r>
            <a:r>
              <a:rPr lang="en-US" altLang="ko-KR" sz="1400" dirty="0">
                <a:latin typeface="+mn-ea"/>
              </a:rPr>
              <a:t>],[</a:t>
            </a:r>
            <a:r>
              <a:rPr lang="ko-KR" altLang="en-US" sz="1400" dirty="0">
                <a:latin typeface="+mn-ea"/>
              </a:rPr>
              <a:t>도전과제</a:t>
            </a:r>
            <a:r>
              <a:rPr lang="en-US" altLang="ko-KR" sz="1400" dirty="0">
                <a:latin typeface="+mn-ea"/>
              </a:rPr>
              <a:t>],[</a:t>
            </a:r>
            <a:r>
              <a:rPr lang="ko-KR" altLang="en-US" sz="1400" dirty="0">
                <a:latin typeface="+mn-ea"/>
              </a:rPr>
              <a:t>내 리뷰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의 버튼영역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 버튼을 클릭하면 하단부 </a:t>
            </a:r>
            <a:r>
              <a:rPr lang="en-US" altLang="ko-KR" sz="1400" dirty="0">
                <a:latin typeface="+mn-ea"/>
              </a:rPr>
              <a:t>[4.5 (4)</a:t>
            </a:r>
            <a:r>
              <a:rPr lang="ko-KR" altLang="en-US" sz="1400" dirty="0">
                <a:latin typeface="+mn-ea"/>
              </a:rPr>
              <a:t>번의 상세영역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이 변경됨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 버튼을 클릭하면 진한 회색으로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활성화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됨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1_1.</a:t>
            </a:r>
            <a:r>
              <a:rPr lang="ko-KR" altLang="en-US" sz="1600" dirty="0">
                <a:latin typeface="+mn-ea"/>
              </a:rPr>
              <a:t>내정보버튼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4_5 </a:t>
            </a:r>
            <a:r>
              <a:rPr lang="ko-KR" altLang="en-US" sz="1400" dirty="0">
                <a:latin typeface="+mn-ea"/>
              </a:rPr>
              <a:t>영역이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 err="1">
                <a:latin typeface="+mn-ea"/>
              </a:rPr>
              <a:t>내정보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영역으로 변경됨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상세 내용은 이후 기술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1_2.</a:t>
            </a:r>
            <a:r>
              <a:rPr lang="ko-KR" altLang="en-US" sz="1600" dirty="0">
                <a:latin typeface="+mn-ea"/>
              </a:rPr>
              <a:t>도전과제버튼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4_5 </a:t>
            </a:r>
            <a:r>
              <a:rPr lang="ko-KR" altLang="en-US" sz="1400" dirty="0">
                <a:latin typeface="+mn-ea"/>
              </a:rPr>
              <a:t>영역이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도전과제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영역으로 변경됨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상세 내용은 이후 기술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1_3.</a:t>
            </a:r>
            <a:r>
              <a:rPr lang="ko-KR" altLang="en-US" sz="1600" dirty="0" err="1">
                <a:latin typeface="+mn-ea"/>
              </a:rPr>
              <a:t>내리뷰버튼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4_5 </a:t>
            </a:r>
            <a:r>
              <a:rPr lang="ko-KR" altLang="en-US" sz="1400" dirty="0">
                <a:latin typeface="+mn-ea"/>
              </a:rPr>
              <a:t>영역이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내 리뷰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영역으로 변경됨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상세 내용은 이후 기술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4520879-75CC-2990-2932-E8EDA09884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3810114"/>
            <a:ext cx="4448175" cy="533171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277B5E2-08E8-B6BF-615D-218A3C5F0475}"/>
              </a:ext>
            </a:extLst>
          </p:cNvPr>
          <p:cNvSpPr/>
          <p:nvPr/>
        </p:nvSpPr>
        <p:spPr>
          <a:xfrm>
            <a:off x="1233996" y="3675355"/>
            <a:ext cx="1748901" cy="8167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E820404-6261-3C48-3A2D-EA5E41E74D0E}"/>
              </a:ext>
            </a:extLst>
          </p:cNvPr>
          <p:cNvSpPr/>
          <p:nvPr/>
        </p:nvSpPr>
        <p:spPr>
          <a:xfrm>
            <a:off x="1928446" y="234445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5798173-2F98-DD9F-96DC-EE88914BA394}"/>
              </a:ext>
            </a:extLst>
          </p:cNvPr>
          <p:cNvCxnSpPr>
            <a:stCxn id="6" idx="0"/>
            <a:endCxn id="7" idx="4"/>
          </p:cNvCxnSpPr>
          <p:nvPr/>
        </p:nvCxnSpPr>
        <p:spPr>
          <a:xfrm flipH="1" flipV="1">
            <a:off x="2108446" y="2704452"/>
            <a:ext cx="1" cy="9709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330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791B4-3861-E5F6-1AFA-BCCBD5FC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0DC06-C6D1-F9AC-3E30-AAB95FE5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 err="1">
                <a:latin typeface="+mj-ea"/>
              </a:rPr>
              <a:t>메인페이지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i="0" dirty="0">
                <a:latin typeface="+mj-ea"/>
                <a:ea typeface="+mj-ea"/>
              </a:rPr>
              <a:t>메뉴버튼</a:t>
            </a:r>
            <a:r>
              <a:rPr lang="en-US" altLang="ko-KR" sz="3200" i="0" dirty="0">
                <a:latin typeface="+mj-ea"/>
                <a:ea typeface="+mj-ea"/>
              </a:rPr>
              <a:t>(</a:t>
            </a:r>
            <a:r>
              <a:rPr lang="ko-KR" altLang="en-US" sz="3200" i="0" dirty="0">
                <a:latin typeface="+mj-ea"/>
                <a:ea typeface="+mj-ea"/>
              </a:rPr>
              <a:t>확장됨</a:t>
            </a:r>
            <a:r>
              <a:rPr lang="en-US" altLang="ko-KR" sz="3200" i="0" dirty="0">
                <a:latin typeface="+mj-ea"/>
                <a:ea typeface="+mj-ea"/>
              </a:rPr>
              <a:t>)/</a:t>
            </a:r>
            <a:br>
              <a:rPr lang="en-US" altLang="ko-KR" sz="3200" i="0" dirty="0">
                <a:latin typeface="+mj-ea"/>
                <a:ea typeface="+mj-ea"/>
              </a:rPr>
            </a:br>
            <a:r>
              <a:rPr lang="en-US" altLang="ko-KR" sz="3200" i="0" dirty="0">
                <a:latin typeface="+mj-ea"/>
                <a:ea typeface="+mj-ea"/>
              </a:rPr>
              <a:t>                (4)</a:t>
            </a:r>
            <a:r>
              <a:rPr lang="ko-KR" altLang="en-US" sz="3200" i="0" dirty="0">
                <a:latin typeface="+mj-ea"/>
                <a:ea typeface="+mj-ea"/>
              </a:rPr>
              <a:t>번의 상세영역</a:t>
            </a:r>
            <a:br>
              <a:rPr lang="en-US" altLang="ko-KR" sz="3200" i="0" dirty="0">
                <a:latin typeface="+mj-ea"/>
                <a:ea typeface="+mj-ea"/>
              </a:rPr>
            </a:b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479EDED1-F3FF-3F7F-A8D5-FAE56BED9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(4)</a:t>
            </a:r>
            <a:r>
              <a:rPr lang="ko-KR" altLang="en-US" sz="1600" dirty="0">
                <a:latin typeface="+mn-ea"/>
              </a:rPr>
              <a:t>에서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 err="1">
                <a:latin typeface="+mn-ea"/>
              </a:rPr>
              <a:t>내정보</a:t>
            </a:r>
            <a:r>
              <a:rPr lang="en-US" altLang="ko-KR" sz="1600" dirty="0">
                <a:latin typeface="+mn-ea"/>
              </a:rPr>
              <a:t>]</a:t>
            </a:r>
            <a:r>
              <a:rPr lang="ko-KR" altLang="en-US" sz="1600" dirty="0">
                <a:latin typeface="+mn-ea"/>
              </a:rPr>
              <a:t>를 클릭한 상태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각 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각각의 영역에는 사용자의 정보가 표시됨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 영역을 클릭하면 바로 수정이 가능하며 </a:t>
            </a:r>
            <a:r>
              <a:rPr lang="en-US" altLang="ko-KR" sz="1400" dirty="0">
                <a:latin typeface="+mn-ea"/>
              </a:rPr>
              <a:t>,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수정완료 시 </a:t>
            </a:r>
            <a:r>
              <a:rPr lang="ko-KR" altLang="en-US" sz="1400" dirty="0" err="1">
                <a:latin typeface="+mn-ea"/>
              </a:rPr>
              <a:t>알림메시지가</a:t>
            </a:r>
            <a:r>
              <a:rPr lang="ko-KR" altLang="en-US" sz="1400" dirty="0">
                <a:latin typeface="+mn-ea"/>
              </a:rPr>
              <a:t> 출력됨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알림 메시지는 이후 기술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로그아웃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로그아웃 버튼을 통해 현재 계정을 로그아웃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191584A-A19E-15B9-288B-419F6AAD2B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40659" y="2286000"/>
            <a:ext cx="4090856" cy="3581400"/>
          </a:xfr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CF5D2F4-6EE4-8B0B-BE58-7F35AB0F3666}"/>
              </a:ext>
            </a:extLst>
          </p:cNvPr>
          <p:cNvSpPr/>
          <p:nvPr/>
        </p:nvSpPr>
        <p:spPr>
          <a:xfrm>
            <a:off x="876300" y="2232087"/>
            <a:ext cx="3305175" cy="806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495CD7-F371-EA70-2682-219F7177970B}"/>
              </a:ext>
            </a:extLst>
          </p:cNvPr>
          <p:cNvSpPr/>
          <p:nvPr/>
        </p:nvSpPr>
        <p:spPr>
          <a:xfrm>
            <a:off x="876300" y="5114925"/>
            <a:ext cx="3305175" cy="806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7D002A2-CA3D-8A0B-EEBA-4B9599D86E40}"/>
              </a:ext>
            </a:extLst>
          </p:cNvPr>
          <p:cNvSpPr/>
          <p:nvPr/>
        </p:nvSpPr>
        <p:spPr>
          <a:xfrm>
            <a:off x="5149734" y="245528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CFDBF4A-EFAA-3EF6-9745-39F7223941EC}"/>
              </a:ext>
            </a:extLst>
          </p:cNvPr>
          <p:cNvSpPr/>
          <p:nvPr/>
        </p:nvSpPr>
        <p:spPr>
          <a:xfrm>
            <a:off x="5149734" y="533811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6B66559-B7AA-8D41-740E-7C0FF4C9303B}"/>
              </a:ext>
            </a:extLst>
          </p:cNvPr>
          <p:cNvCxnSpPr>
            <a:stCxn id="5" idx="3"/>
            <a:endCxn id="8" idx="2"/>
          </p:cNvCxnSpPr>
          <p:nvPr/>
        </p:nvCxnSpPr>
        <p:spPr>
          <a:xfrm>
            <a:off x="4181475" y="2635281"/>
            <a:ext cx="96825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FCFB07C-9087-BB17-CB47-744B10299870}"/>
              </a:ext>
            </a:extLst>
          </p:cNvPr>
          <p:cNvCxnSpPr>
            <a:stCxn id="6" idx="3"/>
            <a:endCxn id="9" idx="2"/>
          </p:cNvCxnSpPr>
          <p:nvPr/>
        </p:nvCxnSpPr>
        <p:spPr>
          <a:xfrm>
            <a:off x="4181475" y="5518119"/>
            <a:ext cx="96825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038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1409E-775F-D363-B273-D69FBD2D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BE756-7593-9E75-6CB2-CD5C5D6D9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 err="1">
                <a:latin typeface="+mj-ea"/>
              </a:rPr>
              <a:t>메인페이지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i="0" dirty="0">
                <a:latin typeface="+mj-ea"/>
                <a:ea typeface="+mj-ea"/>
              </a:rPr>
              <a:t>메뉴버튼</a:t>
            </a:r>
            <a:r>
              <a:rPr lang="en-US" altLang="ko-KR" sz="3200" i="0" dirty="0">
                <a:latin typeface="+mj-ea"/>
                <a:ea typeface="+mj-ea"/>
              </a:rPr>
              <a:t>(</a:t>
            </a:r>
            <a:r>
              <a:rPr lang="ko-KR" altLang="en-US" sz="3200" i="0" dirty="0">
                <a:latin typeface="+mj-ea"/>
                <a:ea typeface="+mj-ea"/>
              </a:rPr>
              <a:t>확장됨</a:t>
            </a:r>
            <a:r>
              <a:rPr lang="en-US" altLang="ko-KR" sz="3200" i="0" dirty="0">
                <a:latin typeface="+mj-ea"/>
                <a:ea typeface="+mj-ea"/>
              </a:rPr>
              <a:t>)/</a:t>
            </a:r>
            <a:br>
              <a:rPr lang="en-US" altLang="ko-KR" sz="3200" i="0" dirty="0">
                <a:latin typeface="+mj-ea"/>
                <a:ea typeface="+mj-ea"/>
              </a:rPr>
            </a:br>
            <a:r>
              <a:rPr lang="en-US" altLang="ko-KR" sz="3200" i="0" dirty="0">
                <a:latin typeface="+mj-ea"/>
                <a:ea typeface="+mj-ea"/>
              </a:rPr>
              <a:t>                (4)</a:t>
            </a:r>
            <a:r>
              <a:rPr lang="ko-KR" altLang="en-US" sz="3200" i="0" dirty="0">
                <a:latin typeface="+mj-ea"/>
                <a:ea typeface="+mj-ea"/>
              </a:rPr>
              <a:t>번의 상세영역</a:t>
            </a:r>
            <a:br>
              <a:rPr lang="en-US" altLang="ko-KR" sz="3200" i="0" dirty="0">
                <a:latin typeface="+mj-ea"/>
                <a:ea typeface="+mj-ea"/>
              </a:rPr>
            </a:b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3F203D9B-DEAE-5AC6-7B2B-C4C8FDFD4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(4)</a:t>
            </a:r>
            <a:r>
              <a:rPr lang="ko-KR" altLang="en-US" sz="1600" dirty="0">
                <a:latin typeface="+mn-ea"/>
              </a:rPr>
              <a:t>에서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도전과제</a:t>
            </a:r>
            <a:r>
              <a:rPr lang="en-US" altLang="ko-KR" sz="1600" dirty="0">
                <a:latin typeface="+mn-ea"/>
              </a:rPr>
              <a:t>]</a:t>
            </a:r>
            <a:r>
              <a:rPr lang="ko-KR" altLang="en-US" sz="1600" dirty="0">
                <a:latin typeface="+mn-ea"/>
              </a:rPr>
              <a:t>를 클릭한 상태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도전과제 제목영역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도전과제의 제목이 표시되는 영역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도전과제 설명영역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도전과제의 설명이 표시되는 영역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3.</a:t>
            </a:r>
            <a:r>
              <a:rPr lang="ko-KR" altLang="en-US" sz="1600" dirty="0">
                <a:latin typeface="+mn-ea"/>
              </a:rPr>
              <a:t>도전과제 진행률영역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도전과제의 진행률이 표시되는 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 err="1">
                <a:latin typeface="+mn-ea"/>
              </a:rPr>
              <a:t>진행률은관리자가</a:t>
            </a:r>
            <a:r>
              <a:rPr lang="ko-KR" altLang="en-US" sz="1400" dirty="0">
                <a:latin typeface="+mn-ea"/>
              </a:rPr>
              <a:t> 설정한 횟수에 맞게 진행됨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정확한 수치와 함께 게이지차트를 통해 표시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415C4A1-9CD3-76A2-57AC-CC15933D12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52613" y="2286000"/>
            <a:ext cx="2741432" cy="3581400"/>
          </a:xfr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7708FC5-5328-3296-C1E4-3962860E192C}"/>
              </a:ext>
            </a:extLst>
          </p:cNvPr>
          <p:cNvSpPr/>
          <p:nvPr/>
        </p:nvSpPr>
        <p:spPr>
          <a:xfrm>
            <a:off x="1378488" y="2175029"/>
            <a:ext cx="2889682" cy="5504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8A8465-467E-B6EB-47E2-F8E59985CB52}"/>
              </a:ext>
            </a:extLst>
          </p:cNvPr>
          <p:cNvSpPr/>
          <p:nvPr/>
        </p:nvSpPr>
        <p:spPr>
          <a:xfrm>
            <a:off x="1378488" y="2725445"/>
            <a:ext cx="2889682" cy="1109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7C7D84-16F3-EE63-CF3B-45C4E5B85E92}"/>
              </a:ext>
            </a:extLst>
          </p:cNvPr>
          <p:cNvSpPr/>
          <p:nvPr/>
        </p:nvSpPr>
        <p:spPr>
          <a:xfrm>
            <a:off x="1378488" y="2831978"/>
            <a:ext cx="2889682" cy="332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9AEB958-9F9C-ABE3-E2FA-2527DD671481}"/>
              </a:ext>
            </a:extLst>
          </p:cNvPr>
          <p:cNvSpPr/>
          <p:nvPr/>
        </p:nvSpPr>
        <p:spPr>
          <a:xfrm>
            <a:off x="5071141" y="2270237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4AFCF80-AA82-8A5B-F6B6-4FF044ABB73E}"/>
              </a:ext>
            </a:extLst>
          </p:cNvPr>
          <p:cNvSpPr/>
          <p:nvPr/>
        </p:nvSpPr>
        <p:spPr>
          <a:xfrm>
            <a:off x="5161141" y="2690930"/>
            <a:ext cx="180000" cy="1800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B2BE53B-4A67-5E9E-C138-F213E630791C}"/>
              </a:ext>
            </a:extLst>
          </p:cNvPr>
          <p:cNvSpPr/>
          <p:nvPr/>
        </p:nvSpPr>
        <p:spPr>
          <a:xfrm>
            <a:off x="5161141" y="2907209"/>
            <a:ext cx="180000" cy="1800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A6BC622-2F25-BED2-2E07-E2EEFB90B481}"/>
              </a:ext>
            </a:extLst>
          </p:cNvPr>
          <p:cNvCxnSpPr>
            <a:stCxn id="9" idx="3"/>
            <a:endCxn id="12" idx="2"/>
          </p:cNvCxnSpPr>
          <p:nvPr/>
        </p:nvCxnSpPr>
        <p:spPr>
          <a:xfrm>
            <a:off x="4268170" y="2450237"/>
            <a:ext cx="8029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6A62335-6CB1-3772-C104-8DCBB5B355FC}"/>
              </a:ext>
            </a:extLst>
          </p:cNvPr>
          <p:cNvCxnSpPr>
            <a:stCxn id="10" idx="3"/>
            <a:endCxn id="14" idx="2"/>
          </p:cNvCxnSpPr>
          <p:nvPr/>
        </p:nvCxnSpPr>
        <p:spPr>
          <a:xfrm flipV="1">
            <a:off x="4268170" y="2780930"/>
            <a:ext cx="89297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B5AA6DA-FAA3-51ED-E76E-F261EE618325}"/>
              </a:ext>
            </a:extLst>
          </p:cNvPr>
          <p:cNvCxnSpPr>
            <a:stCxn id="11" idx="3"/>
            <a:endCxn id="15" idx="2"/>
          </p:cNvCxnSpPr>
          <p:nvPr/>
        </p:nvCxnSpPr>
        <p:spPr>
          <a:xfrm flipV="1">
            <a:off x="4268170" y="2997209"/>
            <a:ext cx="892971" cy="12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387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8180-89E6-5B1C-EA37-E356F698C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30CBD-8848-B5E5-2C6F-B77BF28F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 err="1">
                <a:latin typeface="+mj-ea"/>
              </a:rPr>
              <a:t>메인페이지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i="0" dirty="0">
                <a:latin typeface="+mj-ea"/>
                <a:ea typeface="+mj-ea"/>
              </a:rPr>
              <a:t>메뉴버튼</a:t>
            </a:r>
            <a:r>
              <a:rPr lang="en-US" altLang="ko-KR" sz="3200" i="0" dirty="0">
                <a:latin typeface="+mj-ea"/>
                <a:ea typeface="+mj-ea"/>
              </a:rPr>
              <a:t>(</a:t>
            </a:r>
            <a:r>
              <a:rPr lang="ko-KR" altLang="en-US" sz="3200" i="0" dirty="0">
                <a:latin typeface="+mj-ea"/>
                <a:ea typeface="+mj-ea"/>
              </a:rPr>
              <a:t>확장됨</a:t>
            </a:r>
            <a:r>
              <a:rPr lang="en-US" altLang="ko-KR" sz="3200" i="0" dirty="0">
                <a:latin typeface="+mj-ea"/>
                <a:ea typeface="+mj-ea"/>
              </a:rPr>
              <a:t>)/</a:t>
            </a:r>
            <a:br>
              <a:rPr lang="en-US" altLang="ko-KR" sz="3200" i="0" dirty="0">
                <a:latin typeface="+mj-ea"/>
                <a:ea typeface="+mj-ea"/>
              </a:rPr>
            </a:br>
            <a:r>
              <a:rPr lang="en-US" altLang="ko-KR" sz="3200" i="0" dirty="0">
                <a:latin typeface="+mj-ea"/>
                <a:ea typeface="+mj-ea"/>
              </a:rPr>
              <a:t>                (4)</a:t>
            </a:r>
            <a:r>
              <a:rPr lang="ko-KR" altLang="en-US" sz="3200" i="0" dirty="0">
                <a:latin typeface="+mj-ea"/>
                <a:ea typeface="+mj-ea"/>
              </a:rPr>
              <a:t>번의 상세영역</a:t>
            </a:r>
            <a:br>
              <a:rPr lang="en-US" altLang="ko-KR" sz="3200" i="0" dirty="0">
                <a:latin typeface="+mj-ea"/>
                <a:ea typeface="+mj-ea"/>
              </a:rPr>
            </a:b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23BCD6F6-07E4-1661-9A43-A2CB7FC25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(4)</a:t>
            </a:r>
            <a:r>
              <a:rPr lang="ko-KR" altLang="en-US" sz="1600" dirty="0">
                <a:latin typeface="+mn-ea"/>
              </a:rPr>
              <a:t>에서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내 리뷰</a:t>
            </a:r>
            <a:r>
              <a:rPr lang="en-US" altLang="ko-KR" sz="1600" dirty="0">
                <a:latin typeface="+mn-ea"/>
              </a:rPr>
              <a:t>]</a:t>
            </a:r>
            <a:r>
              <a:rPr lang="ko-KR" altLang="en-US" sz="1600" dirty="0">
                <a:latin typeface="+mn-ea"/>
              </a:rPr>
              <a:t>를 클릭한 상태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리뷰영역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페이지의 제목이 표시되는 영역</a:t>
            </a:r>
            <a:endParaRPr lang="en-US" altLang="ko-KR" sz="1400" dirty="0">
              <a:latin typeface="+mn-ea"/>
            </a:endParaRPr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EDA7FB12-5B3E-384C-B350-B900ED3785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39744" y="2286000"/>
            <a:ext cx="2511886" cy="3581400"/>
          </a:xfr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F02C56-690D-CFAE-E319-C71274FC8AEC}"/>
              </a:ext>
            </a:extLst>
          </p:cNvPr>
          <p:cNvSpPr/>
          <p:nvPr/>
        </p:nvSpPr>
        <p:spPr>
          <a:xfrm>
            <a:off x="2339744" y="2286000"/>
            <a:ext cx="2511886" cy="8655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C1A416F-4ACD-6157-11F5-63E960D9FF7C}"/>
              </a:ext>
            </a:extLst>
          </p:cNvPr>
          <p:cNvSpPr/>
          <p:nvPr/>
        </p:nvSpPr>
        <p:spPr>
          <a:xfrm>
            <a:off x="5515025" y="2538786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A04D45B-975B-68CF-1B7C-74A3C166ACE9}"/>
              </a:ext>
            </a:extLst>
          </p:cNvPr>
          <p:cNvCxnSpPr>
            <a:stCxn id="12" idx="3"/>
            <a:endCxn id="13" idx="2"/>
          </p:cNvCxnSpPr>
          <p:nvPr/>
        </p:nvCxnSpPr>
        <p:spPr>
          <a:xfrm flipV="1">
            <a:off x="4851630" y="2718786"/>
            <a:ext cx="66339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314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BC78F-3232-D11D-1E68-355D8DD49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CBD65-1B70-0B1C-D6DD-16828C05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 err="1">
                <a:latin typeface="+mj-ea"/>
              </a:rPr>
              <a:t>메인페이지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i="0" dirty="0">
                <a:latin typeface="+mj-ea"/>
                <a:ea typeface="+mj-ea"/>
              </a:rPr>
              <a:t>메뉴버튼</a:t>
            </a:r>
            <a:r>
              <a:rPr lang="en-US" altLang="ko-KR" sz="3200" i="0" dirty="0">
                <a:latin typeface="+mj-ea"/>
                <a:ea typeface="+mj-ea"/>
              </a:rPr>
              <a:t>(</a:t>
            </a:r>
            <a:r>
              <a:rPr lang="ko-KR" altLang="en-US" sz="3200" i="0" dirty="0">
                <a:latin typeface="+mj-ea"/>
                <a:ea typeface="+mj-ea"/>
              </a:rPr>
              <a:t>확장됨</a:t>
            </a:r>
            <a:r>
              <a:rPr lang="en-US" altLang="ko-KR" sz="3200" i="0" dirty="0">
                <a:latin typeface="+mj-ea"/>
                <a:ea typeface="+mj-ea"/>
              </a:rPr>
              <a:t>)/</a:t>
            </a:r>
            <a:br>
              <a:rPr lang="en-US" altLang="ko-KR" sz="3200" i="0" dirty="0">
                <a:latin typeface="+mj-ea"/>
                <a:ea typeface="+mj-ea"/>
              </a:rPr>
            </a:br>
            <a:r>
              <a:rPr lang="en-US" altLang="ko-KR" sz="3200" i="0" dirty="0">
                <a:latin typeface="+mj-ea"/>
                <a:ea typeface="+mj-ea"/>
              </a:rPr>
              <a:t>                   (4)</a:t>
            </a:r>
            <a:r>
              <a:rPr lang="ko-KR" altLang="en-US" sz="3200" i="0" dirty="0">
                <a:latin typeface="+mj-ea"/>
                <a:ea typeface="+mj-ea"/>
              </a:rPr>
              <a:t>번의 상세영역</a:t>
            </a:r>
            <a:br>
              <a:rPr lang="en-US" altLang="ko-KR" sz="3200" i="0" dirty="0">
                <a:latin typeface="+mj-ea"/>
                <a:ea typeface="+mj-ea"/>
              </a:rPr>
            </a:b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77289AB1-0471-2BB2-F9A0-8E7690309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 err="1">
                <a:latin typeface="+mn-ea"/>
              </a:rPr>
              <a:t>알림메시지가</a:t>
            </a:r>
            <a:r>
              <a:rPr lang="ko-KR" altLang="en-US" sz="1600" dirty="0">
                <a:latin typeface="+mn-ea"/>
              </a:rPr>
              <a:t> 다음과 같이 표시됨</a:t>
            </a:r>
            <a:r>
              <a:rPr lang="en-US" altLang="ko-KR" sz="1600" dirty="0">
                <a:latin typeface="+mn-ea"/>
              </a:rPr>
              <a:t>.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 err="1">
                <a:latin typeface="+mn-ea"/>
              </a:rPr>
              <a:t>알림메시지는</a:t>
            </a:r>
            <a:r>
              <a:rPr lang="ko-KR" altLang="en-US" sz="1600" dirty="0">
                <a:latin typeface="+mn-ea"/>
              </a:rPr>
              <a:t> 배경을 </a:t>
            </a:r>
            <a:r>
              <a:rPr lang="en-US" altLang="ko-KR" sz="1600" dirty="0">
                <a:latin typeface="+mn-ea"/>
              </a:rPr>
              <a:t>blur</a:t>
            </a:r>
            <a:r>
              <a:rPr lang="ko-KR" altLang="en-US" sz="1600" dirty="0">
                <a:latin typeface="+mn-ea"/>
              </a:rPr>
              <a:t>처리하며 출력됨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256E08E-0446-2998-33AC-FA6CA969DC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990600"/>
            <a:ext cx="264033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84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328E2-36B3-5969-573A-84755EB3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C612C-FE61-F5F6-A0C3-D279BDF19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>
                <a:latin typeface="+mj-ea"/>
              </a:rPr>
              <a:t>내 </a:t>
            </a:r>
            <a:r>
              <a:rPr lang="ko-KR" altLang="en-US" sz="3200" dirty="0" err="1">
                <a:latin typeface="+mj-ea"/>
              </a:rPr>
              <a:t>일정만들기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dirty="0">
                <a:latin typeface="+mj-ea"/>
              </a:rPr>
              <a:t>여행지선택페이지</a:t>
            </a:r>
            <a:endParaRPr lang="ko-KR" altLang="en-US" sz="3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278A8CA-D36D-0E46-3986-6CDFBA4D3B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990600"/>
            <a:ext cx="2640330" cy="5867400"/>
          </a:xfrm>
        </p:spPr>
      </p:pic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2E1C06BD-60A7-91A3-C2E1-4DB8CD861DE4}"/>
              </a:ext>
            </a:extLst>
          </p:cNvPr>
          <p:cNvSpPr txBox="1">
            <a:spLocks/>
          </p:cNvSpPr>
          <p:nvPr/>
        </p:nvSpPr>
        <p:spPr>
          <a:xfrm>
            <a:off x="6525403" y="1733550"/>
            <a:ext cx="4447786" cy="358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j-ea"/>
                <a:ea typeface="+mj-ea"/>
              </a:rPr>
              <a:t>내 </a:t>
            </a:r>
            <a:r>
              <a:rPr lang="ko-KR" altLang="en-US" dirty="0" err="1">
                <a:latin typeface="+mj-ea"/>
                <a:ea typeface="+mj-ea"/>
              </a:rPr>
              <a:t>일정만들기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여행지선택페이지</a:t>
            </a:r>
            <a:endParaRPr lang="en-US" altLang="ko-KR" dirty="0">
              <a:latin typeface="+mj-ea"/>
              <a:ea typeface="+mj-ea"/>
            </a:endParaRPr>
          </a:p>
          <a:p>
            <a:pPr marL="0" indent="0">
              <a:buFont typeface="Franklin Gothic Book" panose="020B0503020102020204" pitchFamily="34" charset="0"/>
              <a:buNone/>
            </a:pPr>
            <a:endParaRPr lang="en-US" altLang="ko-KR" dirty="0">
              <a:latin typeface="+mj-ea"/>
              <a:ea typeface="+mj-ea"/>
            </a:endParaRPr>
          </a:p>
          <a:p>
            <a:pPr marL="530352" lvl="1" indent="0">
              <a:buFont typeface="Franklin Gothic Book" panose="020B0503020102020204" pitchFamily="34" charset="0"/>
              <a:buNone/>
            </a:pPr>
            <a:r>
              <a:rPr lang="en-US" altLang="ko-KR" sz="1400" i="0" dirty="0">
                <a:latin typeface="+mj-ea"/>
                <a:ea typeface="+mj-ea"/>
              </a:rPr>
              <a:t>1. </a:t>
            </a:r>
            <a:r>
              <a:rPr lang="ko-KR" altLang="en-US" sz="1400" i="0" dirty="0">
                <a:latin typeface="+mj-ea"/>
                <a:ea typeface="+mj-ea"/>
              </a:rPr>
              <a:t>상단검색영역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Font typeface="Franklin Gothic Book" panose="020B0503020102020204" pitchFamily="34" charset="0"/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Font typeface="Franklin Gothic Book" panose="020B0503020102020204" pitchFamily="34" charset="0"/>
              <a:buNone/>
            </a:pPr>
            <a:r>
              <a:rPr lang="en-US" altLang="ko-KR" sz="1400" i="0" dirty="0">
                <a:latin typeface="+mj-ea"/>
                <a:ea typeface="+mj-ea"/>
              </a:rPr>
              <a:t>2. </a:t>
            </a:r>
            <a:r>
              <a:rPr lang="ko-KR" altLang="en-US" sz="1400" i="0" dirty="0">
                <a:latin typeface="+mj-ea"/>
                <a:ea typeface="+mj-ea"/>
              </a:rPr>
              <a:t>선호사항 선택 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Font typeface="Franklin Gothic Book" panose="020B0503020102020204" pitchFamily="34" charset="0"/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Font typeface="Franklin Gothic Book" panose="020B0503020102020204" pitchFamily="34" charset="0"/>
              <a:buNone/>
            </a:pPr>
            <a:r>
              <a:rPr lang="en-US" altLang="ko-KR" sz="1400" i="0" dirty="0">
                <a:latin typeface="+mj-ea"/>
                <a:ea typeface="+mj-ea"/>
              </a:rPr>
              <a:t>3. </a:t>
            </a:r>
            <a:r>
              <a:rPr lang="ko-KR" altLang="en-US" sz="1400" i="0" dirty="0">
                <a:latin typeface="+mj-ea"/>
                <a:ea typeface="+mj-ea"/>
              </a:rPr>
              <a:t>여행지 리스트영역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Font typeface="Franklin Gothic Book" panose="020B0503020102020204" pitchFamily="34" charset="0"/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Font typeface="Franklin Gothic Book" panose="020B0503020102020204" pitchFamily="34" charset="0"/>
              <a:buNone/>
            </a:pPr>
            <a:r>
              <a:rPr lang="en-US" altLang="ko-KR" sz="1400" i="0" dirty="0">
                <a:latin typeface="+mj-ea"/>
                <a:ea typeface="+mj-ea"/>
              </a:rPr>
              <a:t>4. </a:t>
            </a:r>
            <a:r>
              <a:rPr lang="ko-KR" altLang="en-US" sz="1400" i="0" dirty="0">
                <a:latin typeface="+mj-ea"/>
                <a:ea typeface="+mj-ea"/>
              </a:rPr>
              <a:t>채팅 버튼</a:t>
            </a: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Font typeface="Franklin Gothic Book" panose="020B0503020102020204" pitchFamily="34" charset="0"/>
              <a:buNone/>
            </a:pPr>
            <a:endParaRPr lang="en-US" altLang="ko-KR" sz="1400" i="0" dirty="0">
              <a:latin typeface="+mj-ea"/>
              <a:ea typeface="+mj-ea"/>
            </a:endParaRPr>
          </a:p>
          <a:p>
            <a:pPr marL="530352" lvl="1" indent="0">
              <a:buFont typeface="Franklin Gothic Book" panose="020B0503020102020204" pitchFamily="34" charset="0"/>
              <a:buNone/>
            </a:pPr>
            <a:r>
              <a:rPr lang="en-US" altLang="ko-KR" sz="1400" i="0" dirty="0">
                <a:latin typeface="+mj-ea"/>
                <a:ea typeface="+mj-ea"/>
              </a:rPr>
              <a:t>5. </a:t>
            </a:r>
            <a:r>
              <a:rPr lang="ko-KR" altLang="en-US" sz="1400" i="0" dirty="0">
                <a:latin typeface="+mj-ea"/>
                <a:ea typeface="+mj-ea"/>
              </a:rPr>
              <a:t>선택된 여행지관리 및 버튼 영역</a:t>
            </a:r>
            <a:endParaRPr lang="en-US" altLang="ko-KR" sz="1400" i="0" dirty="0">
              <a:latin typeface="+mj-ea"/>
              <a:ea typeface="+mj-ea"/>
            </a:endParaRPr>
          </a:p>
          <a:p>
            <a:pPr marL="0" indent="0">
              <a:buFont typeface="Franklin Gothic Book" panose="020B0503020102020204" pitchFamily="34" charset="0"/>
              <a:buNone/>
            </a:pP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201D7C-81F1-CBB8-01BA-2EB2E3DD19C2}"/>
              </a:ext>
            </a:extLst>
          </p:cNvPr>
          <p:cNvSpPr/>
          <p:nvPr/>
        </p:nvSpPr>
        <p:spPr>
          <a:xfrm>
            <a:off x="1286873" y="990599"/>
            <a:ext cx="2809783" cy="589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91BC02-0347-9911-2CD8-4A892B66BE14}"/>
              </a:ext>
            </a:extLst>
          </p:cNvPr>
          <p:cNvSpPr/>
          <p:nvPr/>
        </p:nvSpPr>
        <p:spPr>
          <a:xfrm>
            <a:off x="1286873" y="1580225"/>
            <a:ext cx="2809783" cy="446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2A77A5-836D-B12A-1938-3A136A6C6DFE}"/>
              </a:ext>
            </a:extLst>
          </p:cNvPr>
          <p:cNvSpPr/>
          <p:nvPr/>
        </p:nvSpPr>
        <p:spPr>
          <a:xfrm>
            <a:off x="1286873" y="2532724"/>
            <a:ext cx="2809783" cy="629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2381B2-9B9A-C08B-18BA-1B4C369DDC4B}"/>
              </a:ext>
            </a:extLst>
          </p:cNvPr>
          <p:cNvSpPr/>
          <p:nvPr/>
        </p:nvSpPr>
        <p:spPr>
          <a:xfrm>
            <a:off x="3291840" y="5277775"/>
            <a:ext cx="804816" cy="629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BF6116-52DD-CBF0-E070-5B7A107BCCF4}"/>
              </a:ext>
            </a:extLst>
          </p:cNvPr>
          <p:cNvSpPr/>
          <p:nvPr/>
        </p:nvSpPr>
        <p:spPr>
          <a:xfrm>
            <a:off x="1286873" y="5753099"/>
            <a:ext cx="2809783" cy="11049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D9F2DD3-8804-F9B7-DF9F-314B4F84D5F7}"/>
              </a:ext>
            </a:extLst>
          </p:cNvPr>
          <p:cNvSpPr/>
          <p:nvPr/>
        </p:nvSpPr>
        <p:spPr>
          <a:xfrm>
            <a:off x="5173392" y="110541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BDC0B47-203A-9841-3B99-3690E1F8BFFF}"/>
              </a:ext>
            </a:extLst>
          </p:cNvPr>
          <p:cNvSpPr/>
          <p:nvPr/>
        </p:nvSpPr>
        <p:spPr>
          <a:xfrm>
            <a:off x="5173392" y="1623573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8CD85A7-3BB5-5DF4-87DA-0547ABD2B2BF}"/>
              </a:ext>
            </a:extLst>
          </p:cNvPr>
          <p:cNvSpPr/>
          <p:nvPr/>
        </p:nvSpPr>
        <p:spPr>
          <a:xfrm>
            <a:off x="5173392" y="266751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F3702C1-212B-8F74-8D17-5D97A5EB5396}"/>
              </a:ext>
            </a:extLst>
          </p:cNvPr>
          <p:cNvSpPr/>
          <p:nvPr/>
        </p:nvSpPr>
        <p:spPr>
          <a:xfrm>
            <a:off x="5173392" y="541256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61DDFD7-8569-B9FA-5CED-56F0C45D0BA6}"/>
              </a:ext>
            </a:extLst>
          </p:cNvPr>
          <p:cNvSpPr/>
          <p:nvPr/>
        </p:nvSpPr>
        <p:spPr>
          <a:xfrm>
            <a:off x="5173392" y="612554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1C883E7-6A6C-868B-DEC4-BF19BFCB3FC3}"/>
              </a:ext>
            </a:extLst>
          </p:cNvPr>
          <p:cNvCxnSpPr>
            <a:stCxn id="9" idx="3"/>
            <a:endCxn id="14" idx="2"/>
          </p:cNvCxnSpPr>
          <p:nvPr/>
        </p:nvCxnSpPr>
        <p:spPr>
          <a:xfrm flipV="1">
            <a:off x="4096656" y="1285411"/>
            <a:ext cx="10767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1F83C9B-0B3B-20B0-A604-D997C8117AC9}"/>
              </a:ext>
            </a:extLst>
          </p:cNvPr>
          <p:cNvCxnSpPr>
            <a:stCxn id="10" idx="3"/>
            <a:endCxn id="15" idx="2"/>
          </p:cNvCxnSpPr>
          <p:nvPr/>
        </p:nvCxnSpPr>
        <p:spPr>
          <a:xfrm>
            <a:off x="4096656" y="1803573"/>
            <a:ext cx="10767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E1ADA5A-4886-9FB4-A8CA-56E9FA27C2FE}"/>
              </a:ext>
            </a:extLst>
          </p:cNvPr>
          <p:cNvCxnSpPr>
            <a:stCxn id="11" idx="3"/>
            <a:endCxn id="16" idx="2"/>
          </p:cNvCxnSpPr>
          <p:nvPr/>
        </p:nvCxnSpPr>
        <p:spPr>
          <a:xfrm flipV="1">
            <a:off x="4096656" y="2847511"/>
            <a:ext cx="10767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7C5A10C-F3E4-93A9-B2E0-A6A5E4CDFA3C}"/>
              </a:ext>
            </a:extLst>
          </p:cNvPr>
          <p:cNvCxnSpPr>
            <a:stCxn id="12" idx="3"/>
            <a:endCxn id="17" idx="2"/>
          </p:cNvCxnSpPr>
          <p:nvPr/>
        </p:nvCxnSpPr>
        <p:spPr>
          <a:xfrm flipV="1">
            <a:off x="4096656" y="5592562"/>
            <a:ext cx="10767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0D150C4-D3F3-75DF-628C-77647269B322}"/>
              </a:ext>
            </a:extLst>
          </p:cNvPr>
          <p:cNvCxnSpPr>
            <a:stCxn id="13" idx="3"/>
            <a:endCxn id="18" idx="2"/>
          </p:cNvCxnSpPr>
          <p:nvPr/>
        </p:nvCxnSpPr>
        <p:spPr>
          <a:xfrm flipV="1">
            <a:off x="4096656" y="6305549"/>
            <a:ext cx="10767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54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10E66-58DE-A594-009E-C23423A4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54156-935E-A392-0365-99158370B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>
                <a:latin typeface="+mj-ea"/>
              </a:rPr>
              <a:t>내 </a:t>
            </a:r>
            <a:r>
              <a:rPr lang="ko-KR" altLang="en-US" sz="3200" dirty="0" err="1">
                <a:latin typeface="+mj-ea"/>
              </a:rPr>
              <a:t>일정만들기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dirty="0">
                <a:latin typeface="+mj-ea"/>
              </a:rPr>
              <a:t>여행지선택페이지</a:t>
            </a:r>
            <a:r>
              <a:rPr lang="en-US" altLang="ko-KR" sz="3200" dirty="0">
                <a:latin typeface="+mj-ea"/>
              </a:rPr>
              <a:t>/</a:t>
            </a:r>
            <a:br>
              <a:rPr lang="en-US" altLang="ko-KR" sz="3200" dirty="0">
                <a:latin typeface="+mj-ea"/>
              </a:rPr>
            </a:br>
            <a:r>
              <a:rPr lang="en-US" altLang="ko-KR" sz="3200" dirty="0">
                <a:latin typeface="+mj-ea"/>
              </a:rPr>
              <a:t>                </a:t>
            </a:r>
            <a:r>
              <a:rPr lang="ko-KR" altLang="en-US" sz="3200" dirty="0">
                <a:latin typeface="+mj-ea"/>
              </a:rPr>
              <a:t>검색영역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64142BE1-A4D6-7897-B0F5-D660D9E5C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 err="1">
                <a:latin typeface="+mn-ea"/>
              </a:rPr>
              <a:t>뒤로가기버튼영역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이전 페이지로 돌아가는 버튼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 err="1">
                <a:latin typeface="+mn-ea"/>
              </a:rPr>
              <a:t>검색어입력필드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검색어를 입력하여 여행하고자 하는 장소를 직접 검색가능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3.</a:t>
            </a:r>
            <a:r>
              <a:rPr lang="ko-KR" altLang="en-US" sz="1600" dirty="0">
                <a:latin typeface="+mn-ea"/>
              </a:rPr>
              <a:t>검색버튼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검색어를 입력하여 여행하고자 하는 장소를 직접 검색가능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29EB108-3DC2-F8A5-46BB-AD5DE8B3F7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81187" y="3724275"/>
            <a:ext cx="3429000" cy="704850"/>
          </a:xfr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073DEB0-4188-AE78-ACA1-01CC6A64CF0F}"/>
              </a:ext>
            </a:extLst>
          </p:cNvPr>
          <p:cNvSpPr/>
          <p:nvPr/>
        </p:nvSpPr>
        <p:spPr>
          <a:xfrm>
            <a:off x="1790700" y="3665220"/>
            <a:ext cx="563880" cy="7639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7F7079-4B94-6010-D1A9-2E5B79B02724}"/>
              </a:ext>
            </a:extLst>
          </p:cNvPr>
          <p:cNvSpPr/>
          <p:nvPr/>
        </p:nvSpPr>
        <p:spPr>
          <a:xfrm>
            <a:off x="2354580" y="3665220"/>
            <a:ext cx="2339818" cy="7639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06CFD6-7D1B-1B21-0BC4-A4260AF96015}"/>
              </a:ext>
            </a:extLst>
          </p:cNvPr>
          <p:cNvSpPr/>
          <p:nvPr/>
        </p:nvSpPr>
        <p:spPr>
          <a:xfrm>
            <a:off x="4694397" y="3665220"/>
            <a:ext cx="615790" cy="7639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C4EFD14-B0F8-06D3-62E5-F6BE97BF26FA}"/>
              </a:ext>
            </a:extLst>
          </p:cNvPr>
          <p:cNvSpPr/>
          <p:nvPr/>
        </p:nvSpPr>
        <p:spPr>
          <a:xfrm>
            <a:off x="1892640" y="503733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475A6F3-E9B0-96ED-145C-0242D57D86CA}"/>
              </a:ext>
            </a:extLst>
          </p:cNvPr>
          <p:cNvSpPr/>
          <p:nvPr/>
        </p:nvSpPr>
        <p:spPr>
          <a:xfrm>
            <a:off x="3344489" y="503496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6D2FCCD-F778-DB3C-A7A4-3F8FD3D3C062}"/>
              </a:ext>
            </a:extLst>
          </p:cNvPr>
          <p:cNvSpPr/>
          <p:nvPr/>
        </p:nvSpPr>
        <p:spPr>
          <a:xfrm>
            <a:off x="4822292" y="503733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EC5368A-7895-FCB6-3CB9-63E202627223}"/>
              </a:ext>
            </a:extLst>
          </p:cNvPr>
          <p:cNvCxnSpPr>
            <a:stCxn id="9" idx="2"/>
            <a:endCxn id="14" idx="0"/>
          </p:cNvCxnSpPr>
          <p:nvPr/>
        </p:nvCxnSpPr>
        <p:spPr>
          <a:xfrm>
            <a:off x="2072640" y="4429125"/>
            <a:ext cx="0" cy="608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C0B3BB5-A3D5-CE0F-4DB7-21C035B40B27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3524489" y="4429125"/>
            <a:ext cx="0" cy="6058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1BA6CD6-C0C2-67C7-2109-868FA6239D49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>
            <a:off x="5002292" y="4429125"/>
            <a:ext cx="0" cy="608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320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E8D4E-90AD-99A2-B251-EA8A901B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1C221-DB37-9A60-D894-8CFB9839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+mj-ea"/>
              </a:rPr>
              <a:t>화면 구성 </a:t>
            </a:r>
            <a:r>
              <a:rPr lang="en-US" altLang="ko-KR" sz="3000" dirty="0">
                <a:latin typeface="+mj-ea"/>
              </a:rPr>
              <a:t>– </a:t>
            </a:r>
            <a:r>
              <a:rPr lang="ko-KR" altLang="en-US" sz="3000" dirty="0">
                <a:latin typeface="+mj-ea"/>
              </a:rPr>
              <a:t>내 </a:t>
            </a:r>
            <a:r>
              <a:rPr lang="ko-KR" altLang="en-US" sz="3000" dirty="0" err="1">
                <a:latin typeface="+mj-ea"/>
              </a:rPr>
              <a:t>일정만들기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dirty="0">
                <a:latin typeface="+mj-ea"/>
              </a:rPr>
              <a:t>여행지선택페이지</a:t>
            </a:r>
            <a:r>
              <a:rPr lang="en-US" altLang="ko-KR" sz="3000" dirty="0">
                <a:latin typeface="+mj-ea"/>
              </a:rPr>
              <a:t>/</a:t>
            </a:r>
            <a:br>
              <a:rPr lang="en-US" altLang="ko-KR" sz="3000" dirty="0">
                <a:latin typeface="+mj-ea"/>
              </a:rPr>
            </a:br>
            <a:r>
              <a:rPr lang="en-US" altLang="ko-KR" sz="3000" dirty="0">
                <a:latin typeface="+mj-ea"/>
              </a:rPr>
              <a:t>                </a:t>
            </a:r>
            <a:r>
              <a:rPr lang="ko-KR" altLang="en-US" sz="3000" i="0" dirty="0">
                <a:latin typeface="+mj-ea"/>
                <a:ea typeface="+mj-ea"/>
              </a:rPr>
              <a:t>선호사항 선택 영역</a:t>
            </a:r>
            <a:endParaRPr lang="ko-KR" altLang="en-US" sz="30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D9FE1A30-FCE9-4800-F816-8A23BDB11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 err="1">
                <a:latin typeface="+mn-ea"/>
              </a:rPr>
              <a:t>탑시트형태로</a:t>
            </a:r>
            <a:r>
              <a:rPr lang="ko-KR" altLang="en-US" sz="1600" dirty="0">
                <a:latin typeface="+mn-ea"/>
              </a:rPr>
              <a:t> 구성된 </a:t>
            </a: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>
                <a:latin typeface="+mn-ea"/>
              </a:rPr>
              <a:t>선호사항선택</a:t>
            </a:r>
            <a:r>
              <a:rPr lang="en-US" altLang="ko-KR" sz="1600" dirty="0">
                <a:latin typeface="+mn-ea"/>
              </a:rPr>
              <a:t>]</a:t>
            </a:r>
            <a:r>
              <a:rPr lang="ko-KR" altLang="en-US" sz="1600" dirty="0">
                <a:latin typeface="+mn-ea"/>
              </a:rPr>
              <a:t>바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r>
              <a:rPr lang="ko-KR" altLang="en-US" sz="1600" dirty="0">
                <a:latin typeface="+mn-ea"/>
              </a:rPr>
              <a:t>하단으로 </a:t>
            </a:r>
            <a:r>
              <a:rPr lang="ko-KR" altLang="en-US" sz="1600" dirty="0" err="1">
                <a:latin typeface="+mn-ea"/>
              </a:rPr>
              <a:t>스와이프하면</a:t>
            </a:r>
            <a:r>
              <a:rPr lang="ko-KR" altLang="en-US" sz="1600" dirty="0">
                <a:latin typeface="+mn-ea"/>
              </a:rPr>
              <a:t> 세부 옵션들을 확인가능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세부 옵션은 이후 기술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2725D55F-6314-2363-DCD6-F4E1FC937F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3650163"/>
            <a:ext cx="4448175" cy="853074"/>
          </a:xfrm>
        </p:spPr>
      </p:pic>
    </p:spTree>
    <p:extLst>
      <p:ext uri="{BB962C8B-B14F-4D97-AF65-F5344CB8AC3E}">
        <p14:creationId xmlns:p14="http://schemas.microsoft.com/office/powerpoint/2010/main" val="3828236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739DC-38F8-AC5D-B3AB-E0334778C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85AB4-1E77-6257-C608-3CD5377F2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+mj-ea"/>
              </a:rPr>
              <a:t>화면 구성 </a:t>
            </a:r>
            <a:r>
              <a:rPr lang="en-US" altLang="ko-KR" sz="3000" dirty="0">
                <a:latin typeface="+mj-ea"/>
              </a:rPr>
              <a:t>– </a:t>
            </a:r>
            <a:r>
              <a:rPr lang="ko-KR" altLang="en-US" sz="3000" dirty="0">
                <a:latin typeface="+mj-ea"/>
              </a:rPr>
              <a:t>내 </a:t>
            </a:r>
            <a:r>
              <a:rPr lang="ko-KR" altLang="en-US" sz="3000" dirty="0" err="1">
                <a:latin typeface="+mj-ea"/>
              </a:rPr>
              <a:t>일정만들기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dirty="0">
                <a:latin typeface="+mj-ea"/>
              </a:rPr>
              <a:t>여행지선택페이지</a:t>
            </a:r>
            <a:r>
              <a:rPr lang="en-US" altLang="ko-KR" sz="3000" dirty="0">
                <a:latin typeface="+mj-ea"/>
              </a:rPr>
              <a:t>/</a:t>
            </a:r>
            <a:br>
              <a:rPr lang="en-US" altLang="ko-KR" sz="3000" dirty="0">
                <a:latin typeface="+mj-ea"/>
              </a:rPr>
            </a:br>
            <a:r>
              <a:rPr lang="en-US" altLang="ko-KR" sz="3000" dirty="0">
                <a:latin typeface="+mj-ea"/>
              </a:rPr>
              <a:t>                     </a:t>
            </a:r>
            <a:r>
              <a:rPr lang="ko-KR" altLang="en-US" sz="3000" i="0" dirty="0">
                <a:latin typeface="+mj-ea"/>
                <a:ea typeface="+mj-ea"/>
              </a:rPr>
              <a:t>선호사항 선택 영역</a:t>
            </a:r>
            <a:r>
              <a:rPr lang="en-US" altLang="ko-KR" sz="3000" i="0" dirty="0">
                <a:latin typeface="+mj-ea"/>
                <a:ea typeface="+mj-ea"/>
              </a:rPr>
              <a:t>(</a:t>
            </a:r>
            <a:r>
              <a:rPr lang="ko-KR" altLang="en-US" sz="3000" i="0" dirty="0">
                <a:latin typeface="+mj-ea"/>
                <a:ea typeface="+mj-ea"/>
              </a:rPr>
              <a:t>확장됨</a:t>
            </a:r>
            <a:r>
              <a:rPr lang="en-US" altLang="ko-KR" sz="3000" i="0" dirty="0">
                <a:latin typeface="+mj-ea"/>
                <a:ea typeface="+mj-ea"/>
              </a:rPr>
              <a:t>)</a:t>
            </a:r>
            <a:endParaRPr lang="ko-KR" altLang="en-US" sz="30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D802B8CD-F090-63C0-2A13-2726C451F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latin typeface="+mn-ea"/>
              </a:rPr>
              <a:t>확장된 선호사항 선택영역은 다음과 같다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0" indent="0">
              <a:buNone/>
            </a:pPr>
            <a:r>
              <a:rPr lang="ko-KR" altLang="en-US" sz="1600" dirty="0">
                <a:latin typeface="+mn-ea"/>
              </a:rPr>
              <a:t>각 </a:t>
            </a:r>
            <a:r>
              <a:rPr lang="ko-KR" altLang="en-US" sz="1600" dirty="0" err="1">
                <a:latin typeface="+mn-ea"/>
              </a:rPr>
              <a:t>태그값들로</a:t>
            </a:r>
            <a:r>
              <a:rPr lang="ko-KR" altLang="en-US" sz="1600" dirty="0">
                <a:latin typeface="+mn-ea"/>
              </a:rPr>
              <a:t> 구성되어 원하는 여행 컨셉을 </a:t>
            </a:r>
            <a:r>
              <a:rPr lang="ko-KR" altLang="en-US" sz="1600" dirty="0" err="1">
                <a:latin typeface="+mn-ea"/>
              </a:rPr>
              <a:t>정할수</a:t>
            </a:r>
            <a:r>
              <a:rPr lang="ko-KR" altLang="en-US" sz="1600" dirty="0">
                <a:latin typeface="+mn-ea"/>
              </a:rPr>
              <a:t> 있음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여행관련 세부 옵션 또한 해당 선호사항 선택영역에서 선택가능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7A1C28F-898A-A9DD-76CE-9E3595D44A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990600"/>
            <a:ext cx="2640330" cy="5867400"/>
          </a:xfrm>
        </p:spPr>
      </p:pic>
    </p:spTree>
    <p:extLst>
      <p:ext uri="{BB962C8B-B14F-4D97-AF65-F5344CB8AC3E}">
        <p14:creationId xmlns:p14="http://schemas.microsoft.com/office/powerpoint/2010/main" val="2586086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C2637-17C6-3D80-A2BD-88895B5D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BFAEE-3750-56C0-AD39-BD327ADAC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+mj-ea"/>
              </a:rPr>
              <a:t>화면 구성 </a:t>
            </a:r>
            <a:r>
              <a:rPr lang="en-US" altLang="ko-KR" sz="3000" dirty="0">
                <a:latin typeface="+mj-ea"/>
              </a:rPr>
              <a:t>– </a:t>
            </a:r>
            <a:r>
              <a:rPr lang="ko-KR" altLang="en-US" sz="3000" dirty="0">
                <a:latin typeface="+mj-ea"/>
              </a:rPr>
              <a:t>내 </a:t>
            </a:r>
            <a:r>
              <a:rPr lang="ko-KR" altLang="en-US" sz="3000" dirty="0" err="1">
                <a:latin typeface="+mj-ea"/>
              </a:rPr>
              <a:t>일정만들기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dirty="0">
                <a:latin typeface="+mj-ea"/>
              </a:rPr>
              <a:t>여행지선택페이지</a:t>
            </a:r>
            <a:r>
              <a:rPr lang="en-US" altLang="ko-KR" sz="3000" dirty="0">
                <a:latin typeface="+mj-ea"/>
              </a:rPr>
              <a:t>/</a:t>
            </a:r>
            <a:br>
              <a:rPr lang="en-US" altLang="ko-KR" sz="3000" dirty="0">
                <a:latin typeface="+mj-ea"/>
              </a:rPr>
            </a:br>
            <a:r>
              <a:rPr lang="en-US" altLang="ko-KR" sz="3000" dirty="0">
                <a:latin typeface="+mj-ea"/>
              </a:rPr>
              <a:t>                </a:t>
            </a:r>
            <a:r>
              <a:rPr lang="ko-KR" altLang="en-US" sz="3000" i="0" dirty="0">
                <a:latin typeface="+mj-ea"/>
                <a:ea typeface="+mj-ea"/>
              </a:rPr>
              <a:t>여행지 리스트영역</a:t>
            </a:r>
            <a:endParaRPr lang="ko-KR" altLang="en-US" sz="30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F72CA16A-6203-5ABF-34A6-8E9858A6D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62439" y="994300"/>
            <a:ext cx="5140168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여행지이름영역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여행지의 이름을 표시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여행지 대표 관광지영역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여행지의 대표 관광지를 표시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3.</a:t>
            </a:r>
            <a:r>
              <a:rPr lang="ko-KR" altLang="en-US" sz="1600" dirty="0">
                <a:latin typeface="+mn-ea"/>
              </a:rPr>
              <a:t>여행지 선택확인 버튼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 여행지를 선택했는지 여부를 표시하는 버튼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버튼은 두가지 형태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선택됨을 나타내는 파란 체크버튼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선택되지 않은 </a:t>
            </a:r>
            <a:r>
              <a:rPr lang="ko-KR" altLang="en-US" sz="1400" dirty="0" err="1">
                <a:latin typeface="+mn-ea"/>
              </a:rPr>
              <a:t>비어있는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원형이미지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C28BF2A-BC59-E03B-20B8-8E656374CB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96896" y="1245464"/>
            <a:ext cx="3917609" cy="4815396"/>
          </a:xfr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C442029-778F-90A2-3E4C-EDC92F8BF2AA}"/>
              </a:ext>
            </a:extLst>
          </p:cNvPr>
          <p:cNvSpPr/>
          <p:nvPr/>
        </p:nvSpPr>
        <p:spPr>
          <a:xfrm>
            <a:off x="1300578" y="1325363"/>
            <a:ext cx="972105" cy="488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E43848-2687-110E-E81F-E7CD64490D1E}"/>
              </a:ext>
            </a:extLst>
          </p:cNvPr>
          <p:cNvSpPr/>
          <p:nvPr/>
        </p:nvSpPr>
        <p:spPr>
          <a:xfrm>
            <a:off x="1300578" y="2567220"/>
            <a:ext cx="1522521" cy="3712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C5C9DB-87D0-8955-F65E-3424958021B1}"/>
              </a:ext>
            </a:extLst>
          </p:cNvPr>
          <p:cNvSpPr/>
          <p:nvPr/>
        </p:nvSpPr>
        <p:spPr>
          <a:xfrm>
            <a:off x="3977196" y="3385074"/>
            <a:ext cx="559293" cy="4682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B2EDAD-2B5F-21D4-1D5C-BE6302798940}"/>
              </a:ext>
            </a:extLst>
          </p:cNvPr>
          <p:cNvSpPr/>
          <p:nvPr/>
        </p:nvSpPr>
        <p:spPr>
          <a:xfrm>
            <a:off x="3977197" y="4352278"/>
            <a:ext cx="559293" cy="4682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635CB82-8EE9-30D0-119B-691BD718F41D}"/>
              </a:ext>
            </a:extLst>
          </p:cNvPr>
          <p:cNvSpPr/>
          <p:nvPr/>
        </p:nvSpPr>
        <p:spPr>
          <a:xfrm>
            <a:off x="3535414" y="256722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6457E31-3392-C193-2577-32365045CD16}"/>
              </a:ext>
            </a:extLst>
          </p:cNvPr>
          <p:cNvSpPr/>
          <p:nvPr/>
        </p:nvSpPr>
        <p:spPr>
          <a:xfrm>
            <a:off x="5149562" y="343922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868A269-DF3B-C25F-F82E-FBF8864958CE}"/>
              </a:ext>
            </a:extLst>
          </p:cNvPr>
          <p:cNvSpPr/>
          <p:nvPr/>
        </p:nvSpPr>
        <p:spPr>
          <a:xfrm>
            <a:off x="5149562" y="4406426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F324180-1C71-2D51-B257-16B84F3439AA}"/>
              </a:ext>
            </a:extLst>
          </p:cNvPr>
          <p:cNvSpPr/>
          <p:nvPr/>
        </p:nvSpPr>
        <p:spPr>
          <a:xfrm>
            <a:off x="3535414" y="1389406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BCB296B-EDC4-883A-7CE6-F47CD9C2EF52}"/>
              </a:ext>
            </a:extLst>
          </p:cNvPr>
          <p:cNvCxnSpPr>
            <a:stCxn id="7" idx="3"/>
            <a:endCxn id="14" idx="2"/>
          </p:cNvCxnSpPr>
          <p:nvPr/>
        </p:nvCxnSpPr>
        <p:spPr>
          <a:xfrm>
            <a:off x="2272683" y="1569406"/>
            <a:ext cx="12627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5D46D53-792F-725A-3EE3-A23A2FE811AB}"/>
              </a:ext>
            </a:extLst>
          </p:cNvPr>
          <p:cNvCxnSpPr>
            <a:stCxn id="8" idx="3"/>
            <a:endCxn id="11" idx="2"/>
          </p:cNvCxnSpPr>
          <p:nvPr/>
        </p:nvCxnSpPr>
        <p:spPr>
          <a:xfrm flipV="1">
            <a:off x="2823099" y="2747220"/>
            <a:ext cx="712315" cy="56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DC6010B-2C13-D128-D01E-3F395B8BB060}"/>
              </a:ext>
            </a:extLst>
          </p:cNvPr>
          <p:cNvCxnSpPr>
            <a:stCxn id="9" idx="3"/>
            <a:endCxn id="12" idx="2"/>
          </p:cNvCxnSpPr>
          <p:nvPr/>
        </p:nvCxnSpPr>
        <p:spPr>
          <a:xfrm flipV="1">
            <a:off x="4536489" y="3619222"/>
            <a:ext cx="613073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0223179-2886-697F-C611-C2E616756112}"/>
              </a:ext>
            </a:extLst>
          </p:cNvPr>
          <p:cNvCxnSpPr>
            <a:stCxn id="10" idx="3"/>
            <a:endCxn id="13" idx="2"/>
          </p:cNvCxnSpPr>
          <p:nvPr/>
        </p:nvCxnSpPr>
        <p:spPr>
          <a:xfrm flipV="1">
            <a:off x="4536490" y="4586426"/>
            <a:ext cx="61307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985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C9A11-B991-CF7D-799D-4B6901E2A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C14F9-A80C-B25B-4BDA-5A1FEE82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+mj-ea"/>
              </a:rPr>
              <a:t>화면 구성 </a:t>
            </a:r>
            <a:r>
              <a:rPr lang="en-US" altLang="ko-KR" sz="3000" dirty="0">
                <a:latin typeface="+mj-ea"/>
              </a:rPr>
              <a:t>– </a:t>
            </a:r>
            <a:r>
              <a:rPr lang="ko-KR" altLang="en-US" sz="3000" dirty="0">
                <a:latin typeface="+mj-ea"/>
              </a:rPr>
              <a:t>내 </a:t>
            </a:r>
            <a:r>
              <a:rPr lang="ko-KR" altLang="en-US" sz="3000" dirty="0" err="1">
                <a:latin typeface="+mj-ea"/>
              </a:rPr>
              <a:t>일정만들기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dirty="0">
                <a:latin typeface="+mj-ea"/>
              </a:rPr>
              <a:t>여행지선택페이지</a:t>
            </a:r>
            <a:r>
              <a:rPr lang="en-US" altLang="ko-KR" sz="3000" dirty="0">
                <a:latin typeface="+mj-ea"/>
              </a:rPr>
              <a:t>/</a:t>
            </a:r>
            <a:br>
              <a:rPr lang="en-US" altLang="ko-KR" sz="3000" dirty="0">
                <a:latin typeface="+mj-ea"/>
              </a:rPr>
            </a:br>
            <a:r>
              <a:rPr lang="en-US" altLang="ko-KR" sz="3000" dirty="0">
                <a:latin typeface="+mj-ea"/>
              </a:rPr>
              <a:t>                </a:t>
            </a:r>
            <a:r>
              <a:rPr lang="ko-KR" altLang="en-US" sz="3000" i="0" dirty="0">
                <a:latin typeface="+mj-ea"/>
                <a:ea typeface="+mj-ea"/>
              </a:rPr>
              <a:t>채팅버튼</a:t>
            </a:r>
            <a:endParaRPr lang="ko-KR" altLang="en-US" sz="30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E1A3693A-1015-9A8B-8889-62B2C09B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채팅버튼</a:t>
            </a:r>
            <a:r>
              <a:rPr lang="en-US" altLang="ko-KR" sz="1600" dirty="0">
                <a:latin typeface="+mn-ea"/>
              </a:rPr>
              <a:t>_1: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채팅버튼의 </a:t>
            </a:r>
            <a:r>
              <a:rPr lang="ko-KR" altLang="en-US" sz="1400" dirty="0" err="1">
                <a:latin typeface="+mn-ea"/>
              </a:rPr>
              <a:t>기본형태이며</a:t>
            </a:r>
            <a:r>
              <a:rPr lang="ko-KR" altLang="en-US" sz="1400" dirty="0">
                <a:latin typeface="+mn-ea"/>
              </a:rPr>
              <a:t> 사용자가 클릭을 한다면 </a:t>
            </a:r>
            <a:r>
              <a:rPr lang="en-US" altLang="ko-KR" sz="1400" dirty="0">
                <a:latin typeface="+mn-ea"/>
              </a:rPr>
              <a:t>(2)</a:t>
            </a:r>
            <a:r>
              <a:rPr lang="ko-KR" altLang="en-US" sz="1400" dirty="0">
                <a:latin typeface="+mn-ea"/>
              </a:rPr>
              <a:t>번으로 변형됨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채팅버튼</a:t>
            </a:r>
            <a:r>
              <a:rPr lang="en-US" altLang="ko-KR" sz="1600" dirty="0">
                <a:latin typeface="+mn-ea"/>
              </a:rPr>
              <a:t>_2: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버튼을 클릭하면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채팅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페이지로 이동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채팅페이지는 이후 기술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EDD476F-6F67-CE07-A25C-5320EC3151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2088" y="2536424"/>
            <a:ext cx="895350" cy="895350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4493B1-C3B6-D9B1-4358-DC78B7BAA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152901"/>
            <a:ext cx="2762250" cy="971550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4C04977B-426D-796D-DE85-2AF2B8B0EDD4}"/>
              </a:ext>
            </a:extLst>
          </p:cNvPr>
          <p:cNvSpPr/>
          <p:nvPr/>
        </p:nvSpPr>
        <p:spPr>
          <a:xfrm>
            <a:off x="4804516" y="280409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B64A026-9691-4277-41E0-4469B5B948B8}"/>
              </a:ext>
            </a:extLst>
          </p:cNvPr>
          <p:cNvSpPr/>
          <p:nvPr/>
        </p:nvSpPr>
        <p:spPr>
          <a:xfrm>
            <a:off x="4804516" y="4458676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5851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72F0D-8EAA-860F-5D96-52232F898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FD4FA-C77F-5774-65B4-F20D5438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+mj-ea"/>
              </a:rPr>
              <a:t>화면 구성 </a:t>
            </a:r>
            <a:r>
              <a:rPr lang="en-US" altLang="ko-KR" sz="3000" dirty="0">
                <a:latin typeface="+mj-ea"/>
              </a:rPr>
              <a:t>– </a:t>
            </a:r>
            <a:r>
              <a:rPr lang="ko-KR" altLang="en-US" sz="3000" dirty="0">
                <a:latin typeface="+mj-ea"/>
              </a:rPr>
              <a:t>내 </a:t>
            </a:r>
            <a:r>
              <a:rPr lang="ko-KR" altLang="en-US" sz="3000" dirty="0" err="1">
                <a:latin typeface="+mj-ea"/>
              </a:rPr>
              <a:t>일정만들기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dirty="0">
                <a:latin typeface="+mj-ea"/>
              </a:rPr>
              <a:t>여행지선택페이지</a:t>
            </a:r>
            <a:r>
              <a:rPr lang="en-US" altLang="ko-KR" sz="3000" dirty="0">
                <a:latin typeface="+mj-ea"/>
              </a:rPr>
              <a:t>/</a:t>
            </a:r>
            <a:br>
              <a:rPr lang="en-US" altLang="ko-KR" sz="3000" dirty="0">
                <a:latin typeface="+mj-ea"/>
              </a:rPr>
            </a:br>
            <a:r>
              <a:rPr lang="en-US" altLang="ko-KR" sz="3000" dirty="0">
                <a:latin typeface="+mj-ea"/>
              </a:rPr>
              <a:t>                </a:t>
            </a:r>
            <a:r>
              <a:rPr lang="ko-KR" altLang="en-US" sz="3000" i="0" dirty="0">
                <a:latin typeface="+mj-ea"/>
                <a:ea typeface="+mj-ea"/>
              </a:rPr>
              <a:t>선택된 여행지관리 및 버튼 영역</a:t>
            </a:r>
            <a:br>
              <a:rPr lang="en-US" altLang="ko-KR" sz="3000" i="0" dirty="0">
                <a:latin typeface="+mj-ea"/>
                <a:ea typeface="+mj-ea"/>
              </a:rPr>
            </a:br>
            <a:endParaRPr lang="ko-KR" altLang="en-US" sz="30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D219AC80-A2EC-A087-D46B-3E93F0244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각 여행지 표시영역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사용자가 선택한 여행지를 간단한 아이콘으로 표시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 아이콘 상단의 </a:t>
            </a:r>
            <a:r>
              <a:rPr lang="en-US" altLang="ko-KR" sz="1400" dirty="0">
                <a:latin typeface="+mn-ea"/>
              </a:rPr>
              <a:t>[x]</a:t>
            </a:r>
            <a:r>
              <a:rPr lang="ko-KR" altLang="en-US" sz="1400" dirty="0">
                <a:latin typeface="+mn-ea"/>
              </a:rPr>
              <a:t>버튼을 통해 선택한 여행지 삭제가능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여행지별 연결 화살표 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사용자가 여러 여행지를 선택했을 경우 각 여행지를 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화살표를 통해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연결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선택완료 버튼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버튼을 클릭하여 </a:t>
            </a:r>
            <a:r>
              <a:rPr lang="en-US" altLang="ko-KR" sz="1400" dirty="0">
                <a:latin typeface="+mn-ea"/>
              </a:rPr>
              <a:t>[[</a:t>
            </a:r>
            <a:r>
              <a:rPr lang="ko-KR" altLang="en-US" sz="1400" dirty="0">
                <a:latin typeface="+mn-ea"/>
              </a:rPr>
              <a:t>내 </a:t>
            </a:r>
            <a:r>
              <a:rPr lang="ko-KR" altLang="en-US" sz="1400" dirty="0" err="1">
                <a:latin typeface="+mn-ea"/>
              </a:rPr>
              <a:t>일정만들기</a:t>
            </a:r>
            <a:r>
              <a:rPr lang="en-US" altLang="ko-KR" sz="1400" dirty="0">
                <a:latin typeface="+mn-ea"/>
              </a:rPr>
              <a:t>]/</a:t>
            </a:r>
            <a:r>
              <a:rPr lang="ko-KR" altLang="en-US" sz="1400" dirty="0">
                <a:latin typeface="+mn-ea"/>
              </a:rPr>
              <a:t>여행일정선택페이지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 로 이동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9E5B120-02D0-6348-88FC-22757C8C14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3174709"/>
            <a:ext cx="4448175" cy="1803982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956F311-49FF-57E7-E61C-79DBE2FE38D1}"/>
              </a:ext>
            </a:extLst>
          </p:cNvPr>
          <p:cNvSpPr/>
          <p:nvPr/>
        </p:nvSpPr>
        <p:spPr>
          <a:xfrm>
            <a:off x="1455939" y="3174709"/>
            <a:ext cx="923278" cy="1015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CB8239-0F25-FE58-1D05-EC63A203221A}"/>
              </a:ext>
            </a:extLst>
          </p:cNvPr>
          <p:cNvSpPr/>
          <p:nvPr/>
        </p:nvSpPr>
        <p:spPr>
          <a:xfrm>
            <a:off x="2379216" y="3174709"/>
            <a:ext cx="435005" cy="1015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73C468-E266-7E48-B5BF-5C797AF3C3DE}"/>
              </a:ext>
            </a:extLst>
          </p:cNvPr>
          <p:cNvSpPr/>
          <p:nvPr/>
        </p:nvSpPr>
        <p:spPr>
          <a:xfrm>
            <a:off x="1462597" y="4190260"/>
            <a:ext cx="4254621" cy="5149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897E555-FDE6-C933-E643-F68F5278AD23}"/>
              </a:ext>
            </a:extLst>
          </p:cNvPr>
          <p:cNvSpPr/>
          <p:nvPr/>
        </p:nvSpPr>
        <p:spPr>
          <a:xfrm>
            <a:off x="1737578" y="227412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65D6A44-FE19-6CA2-83B2-8B3841E5BA2D}"/>
              </a:ext>
            </a:extLst>
          </p:cNvPr>
          <p:cNvSpPr/>
          <p:nvPr/>
        </p:nvSpPr>
        <p:spPr>
          <a:xfrm>
            <a:off x="2416718" y="227412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ADEA8DB-E25D-622E-2D5A-6054C5E3CFEA}"/>
              </a:ext>
            </a:extLst>
          </p:cNvPr>
          <p:cNvSpPr/>
          <p:nvPr/>
        </p:nvSpPr>
        <p:spPr>
          <a:xfrm>
            <a:off x="3409907" y="546091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9B451D0-186A-108B-E0E8-E19F1B297BF8}"/>
              </a:ext>
            </a:extLst>
          </p:cNvPr>
          <p:cNvCxnSpPr>
            <a:stCxn id="6" idx="0"/>
            <a:endCxn id="9" idx="4"/>
          </p:cNvCxnSpPr>
          <p:nvPr/>
        </p:nvCxnSpPr>
        <p:spPr>
          <a:xfrm flipV="1">
            <a:off x="1917578" y="2634129"/>
            <a:ext cx="0" cy="5405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3143E3F-346E-D87B-D473-6EADBD52D6BE}"/>
              </a:ext>
            </a:extLst>
          </p:cNvPr>
          <p:cNvCxnSpPr>
            <a:stCxn id="7" idx="0"/>
            <a:endCxn id="10" idx="4"/>
          </p:cNvCxnSpPr>
          <p:nvPr/>
        </p:nvCxnSpPr>
        <p:spPr>
          <a:xfrm flipH="1" flipV="1">
            <a:off x="2596718" y="2634129"/>
            <a:ext cx="1" cy="5405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FD1CA03-0E07-23D9-7AF8-F2CBDE0DA99C}"/>
              </a:ext>
            </a:extLst>
          </p:cNvPr>
          <p:cNvCxnSpPr>
            <a:stCxn id="8" idx="2"/>
            <a:endCxn id="11" idx="0"/>
          </p:cNvCxnSpPr>
          <p:nvPr/>
        </p:nvCxnSpPr>
        <p:spPr>
          <a:xfrm flipH="1">
            <a:off x="3589907" y="4705165"/>
            <a:ext cx="1" cy="7557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804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3ED4D-CD09-56A9-0113-AA090EAA1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5FA5B-2AFE-E6F7-A9C0-64FECE0F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>
                <a:latin typeface="+mj-ea"/>
              </a:rPr>
              <a:t>내 </a:t>
            </a:r>
            <a:r>
              <a:rPr lang="ko-KR" altLang="en-US" sz="3200" dirty="0" err="1">
                <a:latin typeface="+mj-ea"/>
              </a:rPr>
              <a:t>일정만들기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dirty="0">
                <a:latin typeface="+mn-ea"/>
              </a:rPr>
              <a:t>여행일정선택페이지</a:t>
            </a:r>
            <a:br>
              <a:rPr lang="en-US" altLang="ko-KR" sz="3200" i="0" dirty="0">
                <a:latin typeface="+mj-ea"/>
                <a:ea typeface="+mj-ea"/>
              </a:rPr>
            </a:b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D6318C4E-9271-444D-6122-BFAE39493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시작일자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종료일자 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시작일자와 종료일자 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 err="1">
                <a:latin typeface="+mn-ea"/>
              </a:rPr>
              <a:t>캘릭터에서</a:t>
            </a:r>
            <a:r>
              <a:rPr lang="ko-KR" altLang="en-US" sz="1400" dirty="0">
                <a:latin typeface="+mn-ea"/>
              </a:rPr>
              <a:t> 시작일자와 종료일자를 선택하면 해당 영역에 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동적으로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채워짐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캘린더영역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오늘 일자 이전의 날짜는 비활성화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선택된 날짜는 파란색으로 포인트를 줘서 표현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오늘 날짜는 회색으로 표시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3.</a:t>
            </a:r>
            <a:r>
              <a:rPr lang="ko-KR" altLang="en-US" sz="1600" dirty="0">
                <a:latin typeface="+mn-ea"/>
              </a:rPr>
              <a:t>동적버튼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사용자가 캘린더에서 날짜를 선택하면 </a:t>
            </a:r>
            <a:r>
              <a:rPr lang="ko-KR" altLang="en-US" sz="1400" dirty="0" err="1">
                <a:latin typeface="+mn-ea"/>
              </a:rPr>
              <a:t>몇박며칠인지를</a:t>
            </a:r>
            <a:r>
              <a:rPr lang="ko-KR" altLang="en-US" sz="1400" dirty="0">
                <a:latin typeface="+mn-ea"/>
              </a:rPr>
              <a:t> 계산하여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[X</a:t>
            </a:r>
            <a:r>
              <a:rPr lang="ko-KR" altLang="en-US" sz="1400" dirty="0">
                <a:latin typeface="+mn-ea"/>
              </a:rPr>
              <a:t>박 </a:t>
            </a:r>
            <a:r>
              <a:rPr lang="en-US" altLang="ko-KR" sz="1400" dirty="0">
                <a:latin typeface="+mn-ea"/>
              </a:rPr>
              <a:t>Y</a:t>
            </a:r>
            <a:r>
              <a:rPr lang="ko-KR" altLang="en-US" sz="1400" dirty="0">
                <a:latin typeface="+mn-ea"/>
              </a:rPr>
              <a:t>일의 일정이에요</a:t>
            </a:r>
            <a:r>
              <a:rPr lang="en-US" altLang="ko-KR" sz="1400" dirty="0">
                <a:latin typeface="+mn-ea"/>
              </a:rPr>
              <a:t>!]</a:t>
            </a:r>
            <a:r>
              <a:rPr lang="ko-KR" altLang="en-US" sz="1400" dirty="0">
                <a:latin typeface="+mn-ea"/>
              </a:rPr>
              <a:t>의 메시지를 표시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2E9DB89-8F0C-41F0-5262-C3E7A0CCD0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990600"/>
            <a:ext cx="2640330" cy="5867400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D218A33-B864-5D2B-602A-877903379620}"/>
              </a:ext>
            </a:extLst>
          </p:cNvPr>
          <p:cNvSpPr/>
          <p:nvPr/>
        </p:nvSpPr>
        <p:spPr>
          <a:xfrm>
            <a:off x="1569720" y="1440180"/>
            <a:ext cx="838200" cy="38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18A832-E1DC-0763-37A4-07DC5D868507}"/>
              </a:ext>
            </a:extLst>
          </p:cNvPr>
          <p:cNvSpPr/>
          <p:nvPr/>
        </p:nvSpPr>
        <p:spPr>
          <a:xfrm>
            <a:off x="2691765" y="1440180"/>
            <a:ext cx="838200" cy="38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113C89-B6B9-570D-BC8E-E5B6F40E8F3E}"/>
              </a:ext>
            </a:extLst>
          </p:cNvPr>
          <p:cNvSpPr/>
          <p:nvPr/>
        </p:nvSpPr>
        <p:spPr>
          <a:xfrm>
            <a:off x="1399222" y="1988820"/>
            <a:ext cx="2585085" cy="419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09461D-9037-F0CB-A98A-C33A1E2A8C13}"/>
              </a:ext>
            </a:extLst>
          </p:cNvPr>
          <p:cNvSpPr/>
          <p:nvPr/>
        </p:nvSpPr>
        <p:spPr>
          <a:xfrm>
            <a:off x="1401127" y="6320790"/>
            <a:ext cx="2583180" cy="415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5685213-B435-9252-BA50-9CF3332AA144}"/>
              </a:ext>
            </a:extLst>
          </p:cNvPr>
          <p:cNvSpPr/>
          <p:nvPr/>
        </p:nvSpPr>
        <p:spPr>
          <a:xfrm>
            <a:off x="4465852" y="145449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73AE543-2DC1-92A6-DE4B-7809C45390C6}"/>
              </a:ext>
            </a:extLst>
          </p:cNvPr>
          <p:cNvSpPr/>
          <p:nvPr/>
        </p:nvSpPr>
        <p:spPr>
          <a:xfrm>
            <a:off x="4465852" y="390813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55B47E3-3A1B-B289-5267-E2589BD06689}"/>
              </a:ext>
            </a:extLst>
          </p:cNvPr>
          <p:cNvSpPr/>
          <p:nvPr/>
        </p:nvSpPr>
        <p:spPr>
          <a:xfrm>
            <a:off x="4465852" y="6345384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74638D3-5FBD-61B9-1894-39313B14605C}"/>
              </a:ext>
            </a:extLst>
          </p:cNvPr>
          <p:cNvCxnSpPr>
            <a:stCxn id="7" idx="3"/>
            <a:endCxn id="10" idx="2"/>
          </p:cNvCxnSpPr>
          <p:nvPr/>
        </p:nvCxnSpPr>
        <p:spPr>
          <a:xfrm>
            <a:off x="3529965" y="1634490"/>
            <a:ext cx="93588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06A71DF-627D-763D-6C01-85F50309A397}"/>
              </a:ext>
            </a:extLst>
          </p:cNvPr>
          <p:cNvCxnSpPr>
            <a:stCxn id="8" idx="3"/>
            <a:endCxn id="11" idx="2"/>
          </p:cNvCxnSpPr>
          <p:nvPr/>
        </p:nvCxnSpPr>
        <p:spPr>
          <a:xfrm>
            <a:off x="3984307" y="4088130"/>
            <a:ext cx="4815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3B363EF-02C6-5D5D-2325-205E844B1D29}"/>
              </a:ext>
            </a:extLst>
          </p:cNvPr>
          <p:cNvCxnSpPr>
            <a:stCxn id="9" idx="3"/>
            <a:endCxn id="12" idx="2"/>
          </p:cNvCxnSpPr>
          <p:nvPr/>
        </p:nvCxnSpPr>
        <p:spPr>
          <a:xfrm flipV="1">
            <a:off x="3984307" y="6525384"/>
            <a:ext cx="481545" cy="30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138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A9123-247B-B04C-941B-740F9F9F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7D887-28BB-F775-252A-A6502185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>
                <a:latin typeface="+mj-ea"/>
              </a:rPr>
              <a:t>내 </a:t>
            </a:r>
            <a:r>
              <a:rPr lang="ko-KR" altLang="en-US" sz="3200" dirty="0" err="1">
                <a:latin typeface="+mj-ea"/>
              </a:rPr>
              <a:t>일정만들기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dirty="0" err="1">
                <a:latin typeface="+mn-ea"/>
              </a:rPr>
              <a:t>여행루트짜기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989CD92A-A7AE-25DB-E0B4-D17B275F4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 상단 일정 정보</a:t>
            </a:r>
            <a:br>
              <a:rPr lang="en-US" altLang="ko-KR" sz="14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상단에는 사용자가 선택한 여행 일정에 맞춰 </a:t>
            </a:r>
            <a:r>
              <a:rPr lang="en-US" altLang="ko-KR" sz="1200" dirty="0">
                <a:latin typeface="+mn-ea"/>
              </a:rPr>
              <a:t>‘X</a:t>
            </a:r>
            <a:r>
              <a:rPr lang="ko-KR" altLang="en-US" sz="1200" dirty="0">
                <a:latin typeface="+mn-ea"/>
              </a:rPr>
              <a:t>박 </a:t>
            </a:r>
            <a:r>
              <a:rPr lang="en-US" altLang="ko-KR" sz="1200" dirty="0">
                <a:latin typeface="+mn-ea"/>
              </a:rPr>
              <a:t>Y</a:t>
            </a:r>
            <a:r>
              <a:rPr lang="ko-KR" altLang="en-US" sz="1200" dirty="0">
                <a:latin typeface="+mn-ea"/>
              </a:rPr>
              <a:t>일의 여수</a:t>
            </a:r>
            <a:r>
              <a:rPr lang="en-US" altLang="ko-KR" sz="1200" dirty="0">
                <a:latin typeface="+mn-ea"/>
              </a:rPr>
              <a:t>,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경주에서의 첫날계획이에요</a:t>
            </a:r>
            <a:r>
              <a:rPr lang="en-US" altLang="ko-KR" sz="1200" dirty="0">
                <a:latin typeface="+mn-ea"/>
              </a:rPr>
              <a:t>!’</a:t>
            </a:r>
            <a:r>
              <a:rPr lang="ko-KR" altLang="en-US" sz="1200" dirty="0">
                <a:latin typeface="+mn-ea"/>
              </a:rPr>
              <a:t>와 같은 문구가 동적으로 표시됨</a:t>
            </a:r>
            <a:r>
              <a:rPr lang="en-US" altLang="ko-KR" sz="1200" dirty="0">
                <a:latin typeface="+mn-ea"/>
              </a:rPr>
              <a:t> </a:t>
            </a: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지도영역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선택한 지역의 지도에 사용자가 선택한 관광지가 표시됨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선택한 관광지는 각 위치에 마커로 표시하며 루트별로 선으로 이어 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사용자에게 보여줌</a:t>
            </a:r>
            <a:endParaRPr lang="en-US" altLang="ko-KR" sz="12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3.</a:t>
            </a:r>
            <a:r>
              <a:rPr lang="ko-KR" altLang="en-US" sz="1600" dirty="0">
                <a:latin typeface="+mn-ea"/>
              </a:rPr>
              <a:t>일정 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Day 1</a:t>
            </a:r>
            <a:r>
              <a:rPr lang="ko-KR" altLang="en-US" sz="1200" dirty="0">
                <a:latin typeface="+mn-ea"/>
              </a:rPr>
              <a:t>부터 각 날짜에 해당하는 일정이 나타남</a:t>
            </a:r>
            <a:r>
              <a:rPr lang="en-US" altLang="ko-KR" sz="1200" dirty="0">
                <a:latin typeface="+mn-ea"/>
              </a:rPr>
              <a:t>    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4.</a:t>
            </a:r>
            <a:r>
              <a:rPr lang="ko-KR" altLang="en-US" sz="1600" dirty="0">
                <a:latin typeface="+mn-ea"/>
              </a:rPr>
              <a:t>일정영역 세부</a:t>
            </a:r>
            <a:br>
              <a:rPr lang="en-US" altLang="ko-KR" sz="12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</a:t>
            </a:r>
            <a:r>
              <a:rPr lang="ko-KR" altLang="en-US" sz="1200" dirty="0">
                <a:latin typeface="+mn-ea"/>
              </a:rPr>
              <a:t>처음에는 </a:t>
            </a:r>
            <a:r>
              <a:rPr lang="en-US" altLang="ko-KR" sz="1200" dirty="0">
                <a:latin typeface="+mn-ea"/>
              </a:rPr>
              <a:t>‘</a:t>
            </a:r>
            <a:r>
              <a:rPr lang="ko-KR" altLang="en-US" sz="1200" dirty="0">
                <a:latin typeface="+mn-ea"/>
              </a:rPr>
              <a:t>아직 계획이 없어요 </a:t>
            </a:r>
            <a:r>
              <a:rPr lang="ko-KR" altLang="en-US" sz="1200" dirty="0" err="1">
                <a:latin typeface="+mn-ea"/>
              </a:rPr>
              <a:t>ㅜㅜ</a:t>
            </a:r>
            <a:r>
              <a:rPr lang="en-US" altLang="ko-KR" sz="1200" dirty="0">
                <a:latin typeface="+mn-ea"/>
              </a:rPr>
              <a:t>’</a:t>
            </a:r>
            <a:r>
              <a:rPr lang="ko-KR" altLang="en-US" sz="1200" dirty="0">
                <a:latin typeface="+mn-ea"/>
              </a:rPr>
              <a:t>라는 문구가 기본값으로 표시됨</a:t>
            </a:r>
            <a:endParaRPr lang="en-US" altLang="ko-KR" sz="12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5.?</a:t>
            </a:r>
            <a:r>
              <a:rPr lang="ko-KR" altLang="en-US" sz="1600" dirty="0">
                <a:latin typeface="+mn-ea"/>
              </a:rPr>
              <a:t>버튼</a:t>
            </a:r>
            <a:br>
              <a:rPr lang="en-US" altLang="ko-KR" sz="14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?</a:t>
            </a:r>
            <a:r>
              <a:rPr lang="ko-KR" altLang="en-US" sz="1200" dirty="0">
                <a:latin typeface="+mn-ea"/>
              </a:rPr>
              <a:t>버튼을 클릭하면 두가지 옵션이 나타남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    </a:t>
            </a:r>
            <a:r>
              <a:rPr lang="ko-KR" altLang="en-US" sz="1200" dirty="0" err="1">
                <a:latin typeface="+mn-ea"/>
              </a:rPr>
              <a:t>다른사람의</a:t>
            </a:r>
            <a:r>
              <a:rPr lang="ko-KR" altLang="en-US" sz="1200" dirty="0">
                <a:latin typeface="+mn-ea"/>
              </a:rPr>
              <a:t> 루트를 </a:t>
            </a:r>
            <a:r>
              <a:rPr lang="ko-KR" altLang="en-US" sz="1200" dirty="0" err="1">
                <a:latin typeface="+mn-ea"/>
              </a:rPr>
              <a:t>볼래요</a:t>
            </a:r>
            <a:r>
              <a:rPr lang="en-US" altLang="ko-KR" sz="1200" dirty="0">
                <a:latin typeface="+mn-ea"/>
              </a:rPr>
              <a:t>: </a:t>
            </a:r>
            <a:r>
              <a:rPr lang="ko-KR" altLang="en-US" sz="1200" dirty="0">
                <a:latin typeface="+mn-ea"/>
              </a:rPr>
              <a:t>해당지역의 다른 사용자가 만든 루트를 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        </a:t>
            </a:r>
            <a:r>
              <a:rPr lang="ko-KR" altLang="en-US" sz="1200" dirty="0">
                <a:latin typeface="+mn-ea"/>
              </a:rPr>
              <a:t>확인가능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        </a:t>
            </a:r>
            <a:r>
              <a:rPr lang="ko-KR" altLang="en-US" sz="1200" dirty="0">
                <a:latin typeface="+mn-ea"/>
              </a:rPr>
              <a:t>이후 기술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    </a:t>
            </a:r>
            <a:r>
              <a:rPr lang="ko-KR" altLang="en-US" sz="1200" dirty="0">
                <a:latin typeface="+mn-ea"/>
              </a:rPr>
              <a:t>채팅하기</a:t>
            </a:r>
            <a:r>
              <a:rPr lang="en-US" altLang="ko-KR" sz="1200" dirty="0">
                <a:latin typeface="+mn-ea"/>
              </a:rPr>
              <a:t>:  </a:t>
            </a:r>
            <a:r>
              <a:rPr lang="ko-KR" altLang="en-US" sz="1200" dirty="0">
                <a:latin typeface="+mn-ea"/>
              </a:rPr>
              <a:t>채팅영역이 표시되며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현재 페이지는 </a:t>
            </a:r>
            <a:r>
              <a:rPr lang="en-US" altLang="ko-KR" sz="1200" dirty="0">
                <a:latin typeface="+mn-ea"/>
              </a:rPr>
              <a:t>blur</a:t>
            </a:r>
            <a:r>
              <a:rPr lang="ko-KR" altLang="en-US" sz="1200" dirty="0">
                <a:latin typeface="+mn-ea"/>
              </a:rPr>
              <a:t>처리됨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        </a:t>
            </a:r>
            <a:r>
              <a:rPr lang="ko-KR" altLang="en-US" sz="1200" dirty="0">
                <a:latin typeface="+mn-ea"/>
              </a:rPr>
              <a:t>이후 기술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6.</a:t>
            </a:r>
            <a:r>
              <a:rPr lang="ko-KR" altLang="en-US" sz="1600" dirty="0">
                <a:latin typeface="+mn-ea"/>
              </a:rPr>
              <a:t>동적버튼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하단의 </a:t>
            </a:r>
            <a:r>
              <a:rPr lang="en-US" altLang="ko-KR" sz="1200" dirty="0">
                <a:latin typeface="+mn-ea"/>
              </a:rPr>
              <a:t>‘</a:t>
            </a:r>
            <a:r>
              <a:rPr lang="ko-KR" altLang="en-US" sz="1200" dirty="0">
                <a:latin typeface="+mn-ea"/>
              </a:rPr>
              <a:t>가고 싶은 곳이 생겼어요</a:t>
            </a:r>
            <a:r>
              <a:rPr lang="en-US" altLang="ko-KR" sz="1200" dirty="0">
                <a:latin typeface="+mn-ea"/>
              </a:rPr>
              <a:t>‘ </a:t>
            </a:r>
            <a:r>
              <a:rPr lang="ko-KR" altLang="en-US" sz="1200" dirty="0">
                <a:latin typeface="+mn-ea"/>
              </a:rPr>
              <a:t>버튼은 루트에 관광지가 추가되면 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‘</a:t>
            </a:r>
            <a:r>
              <a:rPr lang="ko-KR" altLang="en-US" sz="1200" dirty="0">
                <a:latin typeface="+mn-ea"/>
              </a:rPr>
              <a:t>여기도 갈래요</a:t>
            </a:r>
            <a:r>
              <a:rPr lang="en-US" altLang="ko-KR" sz="1200" dirty="0">
                <a:latin typeface="+mn-ea"/>
              </a:rPr>
              <a:t>!’</a:t>
            </a:r>
            <a:r>
              <a:rPr lang="ko-KR" altLang="en-US" sz="1200" dirty="0">
                <a:latin typeface="+mn-ea"/>
              </a:rPr>
              <a:t>로 변경됨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관광지가 모두 삭제되면 다시 </a:t>
            </a:r>
            <a:r>
              <a:rPr lang="en-US" altLang="ko-KR" sz="1200" dirty="0">
                <a:latin typeface="+mn-ea"/>
              </a:rPr>
              <a:t>‘</a:t>
            </a:r>
            <a:r>
              <a:rPr lang="ko-KR" altLang="en-US" sz="1200" dirty="0">
                <a:latin typeface="+mn-ea"/>
              </a:rPr>
              <a:t>가고 싶은 곳이 생겼어요</a:t>
            </a:r>
            <a:r>
              <a:rPr lang="en-US" altLang="ko-KR" sz="1200" dirty="0">
                <a:latin typeface="+mn-ea"/>
              </a:rPr>
              <a:t>‘ </a:t>
            </a:r>
            <a:r>
              <a:rPr lang="ko-KR" altLang="en-US" sz="1200" dirty="0">
                <a:latin typeface="+mn-ea"/>
              </a:rPr>
              <a:t>버튼으로 되돌아감</a:t>
            </a:r>
            <a:endParaRPr lang="en-US" altLang="ko-KR" sz="1400" dirty="0">
              <a:latin typeface="+mn-ea"/>
            </a:endParaRP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343AEA5-59A0-C969-59C0-29F9F4C34D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599" y="990599"/>
            <a:ext cx="2641107" cy="5869127"/>
          </a:xfr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3F9A6F9-3861-9CB8-0AD1-866BA9838C36}"/>
              </a:ext>
            </a:extLst>
          </p:cNvPr>
          <p:cNvSpPr/>
          <p:nvPr/>
        </p:nvSpPr>
        <p:spPr>
          <a:xfrm>
            <a:off x="1335791" y="1733550"/>
            <a:ext cx="2712721" cy="17487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51E83F-7CC5-5325-8B62-30B982AD5678}"/>
              </a:ext>
            </a:extLst>
          </p:cNvPr>
          <p:cNvSpPr/>
          <p:nvPr/>
        </p:nvSpPr>
        <p:spPr>
          <a:xfrm>
            <a:off x="1335791" y="3482340"/>
            <a:ext cx="1232149" cy="342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FC0BB5-DC0F-2B34-BCCE-46594D7191D9}"/>
              </a:ext>
            </a:extLst>
          </p:cNvPr>
          <p:cNvSpPr/>
          <p:nvPr/>
        </p:nvSpPr>
        <p:spPr>
          <a:xfrm>
            <a:off x="1951865" y="4751070"/>
            <a:ext cx="1491229" cy="434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6A650F-924E-251B-0231-9BC9558AE17E}"/>
              </a:ext>
            </a:extLst>
          </p:cNvPr>
          <p:cNvSpPr/>
          <p:nvPr/>
        </p:nvSpPr>
        <p:spPr>
          <a:xfrm>
            <a:off x="2787301" y="5500596"/>
            <a:ext cx="1225406" cy="8114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FF6A89-5272-4504-2D26-17C97FDD6FAA}"/>
              </a:ext>
            </a:extLst>
          </p:cNvPr>
          <p:cNvSpPr/>
          <p:nvPr/>
        </p:nvSpPr>
        <p:spPr>
          <a:xfrm>
            <a:off x="1371597" y="6276951"/>
            <a:ext cx="2641107" cy="581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FEB3040-A5B3-8D1B-BE4B-8C3F58018A6F}"/>
              </a:ext>
            </a:extLst>
          </p:cNvPr>
          <p:cNvSpPr/>
          <p:nvPr/>
        </p:nvSpPr>
        <p:spPr>
          <a:xfrm>
            <a:off x="4862046" y="2427945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5BD76F3-6DB1-EF63-D75A-8A28C5D3251A}"/>
              </a:ext>
            </a:extLst>
          </p:cNvPr>
          <p:cNvSpPr/>
          <p:nvPr/>
        </p:nvSpPr>
        <p:spPr>
          <a:xfrm>
            <a:off x="4862046" y="347316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0BDE0C2-01F3-3268-6452-D30A51201DAB}"/>
              </a:ext>
            </a:extLst>
          </p:cNvPr>
          <p:cNvSpPr/>
          <p:nvPr/>
        </p:nvSpPr>
        <p:spPr>
          <a:xfrm>
            <a:off x="4862046" y="478824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9BF2A12-8111-B512-8A6D-A441EC64D9C6}"/>
              </a:ext>
            </a:extLst>
          </p:cNvPr>
          <p:cNvSpPr/>
          <p:nvPr/>
        </p:nvSpPr>
        <p:spPr>
          <a:xfrm>
            <a:off x="4862046" y="572630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89BF4C6-566D-2EAA-95E5-16FA043886A1}"/>
              </a:ext>
            </a:extLst>
          </p:cNvPr>
          <p:cNvSpPr/>
          <p:nvPr/>
        </p:nvSpPr>
        <p:spPr>
          <a:xfrm>
            <a:off x="4862046" y="6387476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B19CADA-4808-601C-099B-7BA874FAE157}"/>
              </a:ext>
            </a:extLst>
          </p:cNvPr>
          <p:cNvSpPr/>
          <p:nvPr/>
        </p:nvSpPr>
        <p:spPr>
          <a:xfrm>
            <a:off x="1335791" y="1304333"/>
            <a:ext cx="2712721" cy="4274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7E57D8E-27B7-6A5D-635D-8A9AA54F509F}"/>
              </a:ext>
            </a:extLst>
          </p:cNvPr>
          <p:cNvSpPr/>
          <p:nvPr/>
        </p:nvSpPr>
        <p:spPr>
          <a:xfrm>
            <a:off x="4862046" y="1338079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0655E3A-A479-4A81-66BE-C5C9921DF184}"/>
              </a:ext>
            </a:extLst>
          </p:cNvPr>
          <p:cNvCxnSpPr>
            <a:stCxn id="23" idx="3"/>
            <a:endCxn id="24" idx="2"/>
          </p:cNvCxnSpPr>
          <p:nvPr/>
        </p:nvCxnSpPr>
        <p:spPr>
          <a:xfrm>
            <a:off x="4048512" y="1518079"/>
            <a:ext cx="8135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AE2D1B38-D511-9692-7D98-71C461E782C8}"/>
              </a:ext>
            </a:extLst>
          </p:cNvPr>
          <p:cNvCxnSpPr>
            <a:stCxn id="10" idx="3"/>
            <a:endCxn id="17" idx="3"/>
          </p:cNvCxnSpPr>
          <p:nvPr/>
        </p:nvCxnSpPr>
        <p:spPr>
          <a:xfrm>
            <a:off x="4048512" y="2607945"/>
            <a:ext cx="8135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63E976B-B79A-9B61-64F2-A3FDDEDD5D9E}"/>
              </a:ext>
            </a:extLst>
          </p:cNvPr>
          <p:cNvCxnSpPr>
            <a:stCxn id="13" idx="3"/>
            <a:endCxn id="18" idx="2"/>
          </p:cNvCxnSpPr>
          <p:nvPr/>
        </p:nvCxnSpPr>
        <p:spPr>
          <a:xfrm flipV="1">
            <a:off x="2567940" y="3653162"/>
            <a:ext cx="2294106" cy="6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A0E3A67-105A-5100-96CE-EE5C36C9399B}"/>
              </a:ext>
            </a:extLst>
          </p:cNvPr>
          <p:cNvCxnSpPr>
            <a:stCxn id="14" idx="3"/>
            <a:endCxn id="20" idx="2"/>
          </p:cNvCxnSpPr>
          <p:nvPr/>
        </p:nvCxnSpPr>
        <p:spPr>
          <a:xfrm>
            <a:off x="3443094" y="4968240"/>
            <a:ext cx="14189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FDEF16A-446C-0462-1155-AD0E1A2DBA99}"/>
              </a:ext>
            </a:extLst>
          </p:cNvPr>
          <p:cNvCxnSpPr>
            <a:stCxn id="15" idx="3"/>
            <a:endCxn id="21" idx="2"/>
          </p:cNvCxnSpPr>
          <p:nvPr/>
        </p:nvCxnSpPr>
        <p:spPr>
          <a:xfrm flipV="1">
            <a:off x="4012707" y="5906309"/>
            <a:ext cx="84933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917B0DD-66F6-80DC-7004-57FE3C13DFB7}"/>
              </a:ext>
            </a:extLst>
          </p:cNvPr>
          <p:cNvCxnSpPr>
            <a:stCxn id="16" idx="3"/>
            <a:endCxn id="22" idx="2"/>
          </p:cNvCxnSpPr>
          <p:nvPr/>
        </p:nvCxnSpPr>
        <p:spPr>
          <a:xfrm>
            <a:off x="4012704" y="6567476"/>
            <a:ext cx="8493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060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0500-77C5-F810-9732-B500F5EB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EAD67-6603-7130-BBA3-D4A0C62E1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>
                <a:latin typeface="+mj-ea"/>
              </a:rPr>
              <a:t>내 </a:t>
            </a:r>
            <a:r>
              <a:rPr lang="ko-KR" altLang="en-US" sz="3200" dirty="0" err="1">
                <a:latin typeface="+mj-ea"/>
              </a:rPr>
              <a:t>일정만들기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dirty="0" err="1">
                <a:latin typeface="+mn-ea"/>
              </a:rPr>
              <a:t>여행루트짜기</a:t>
            </a:r>
            <a:r>
              <a:rPr lang="en-US" altLang="ko-KR" sz="3200" dirty="0">
                <a:latin typeface="+mn-ea"/>
              </a:rPr>
              <a:t>/</a:t>
            </a:r>
            <a:br>
              <a:rPr lang="en-US" altLang="ko-KR" sz="3200" dirty="0">
                <a:latin typeface="+mn-ea"/>
              </a:rPr>
            </a:br>
            <a:r>
              <a:rPr lang="en-US" altLang="ko-KR" sz="3200" dirty="0">
                <a:latin typeface="+mn-ea"/>
              </a:rPr>
              <a:t>                   ?</a:t>
            </a:r>
            <a:r>
              <a:rPr lang="ko-KR" altLang="en-US" sz="3200" dirty="0">
                <a:latin typeface="+mn-ea"/>
              </a:rPr>
              <a:t>버튼</a:t>
            </a:r>
            <a:r>
              <a:rPr lang="en-US" altLang="ko-KR" sz="3200" dirty="0">
                <a:latin typeface="+mn-ea"/>
              </a:rPr>
              <a:t>/</a:t>
            </a:r>
            <a:r>
              <a:rPr lang="ko-KR" altLang="en-US" sz="3200" dirty="0" err="1">
                <a:latin typeface="+mn-ea"/>
              </a:rPr>
              <a:t>다른사람의</a:t>
            </a:r>
            <a:r>
              <a:rPr lang="ko-KR" altLang="en-US" sz="3200" dirty="0">
                <a:latin typeface="+mn-ea"/>
              </a:rPr>
              <a:t> 루트보기</a:t>
            </a:r>
            <a:r>
              <a:rPr lang="en-US" altLang="ko-KR" sz="3200" dirty="0">
                <a:latin typeface="+mn-ea"/>
              </a:rPr>
              <a:t>/</a:t>
            </a:r>
            <a:r>
              <a:rPr lang="ko-KR" altLang="en-US" sz="3200" dirty="0">
                <a:latin typeface="+mn-ea"/>
              </a:rPr>
              <a:t>리스트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E5E2B5B5-95D6-3DAB-F5F2-F7EC0A5BF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여행정보 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현재 페이지의 여행제목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 err="1">
                <a:latin typeface="+mn-ea"/>
              </a:rPr>
              <a:t>몇박의</a:t>
            </a:r>
            <a:r>
              <a:rPr lang="ko-KR" altLang="en-US" sz="1400" dirty="0">
                <a:latin typeface="+mn-ea"/>
              </a:rPr>
              <a:t> 드롭다운 메뉴를 통해 일정을 </a:t>
            </a:r>
            <a:r>
              <a:rPr lang="ko-KR" altLang="en-US" sz="1400" dirty="0" err="1">
                <a:latin typeface="+mn-ea"/>
              </a:rPr>
              <a:t>선택할수있음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페이지설명영역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현재 페이지에 어떤 내용이 있는지 설명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3.</a:t>
            </a:r>
            <a:r>
              <a:rPr lang="ko-KR" altLang="en-US" sz="1600" dirty="0">
                <a:latin typeface="+mn-ea"/>
              </a:rPr>
              <a:t>다른 사용자 루트 리스트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다른 사용자들이 생성한 리스트들을 리스트형태로 보여줌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스크롤을 통해 더 많은 정보를 확인가능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상세내용은 이후 기술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7DF8F86-45ED-BB5D-5416-F41BB5A56E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990600"/>
            <a:ext cx="2640330" cy="5867400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CFACC97-D1B3-5A1B-C77E-2EE2271A1E00}"/>
              </a:ext>
            </a:extLst>
          </p:cNvPr>
          <p:cNvSpPr/>
          <p:nvPr/>
        </p:nvSpPr>
        <p:spPr>
          <a:xfrm>
            <a:off x="1371600" y="1287262"/>
            <a:ext cx="2640330" cy="446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0928FE-49A5-0FA8-8689-36B65B08021B}"/>
              </a:ext>
            </a:extLst>
          </p:cNvPr>
          <p:cNvSpPr/>
          <p:nvPr/>
        </p:nvSpPr>
        <p:spPr>
          <a:xfrm>
            <a:off x="1371600" y="1733550"/>
            <a:ext cx="2640330" cy="446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8F794E-99F7-7959-F1D3-E39A8E0760D9}"/>
              </a:ext>
            </a:extLst>
          </p:cNvPr>
          <p:cNvSpPr/>
          <p:nvPr/>
        </p:nvSpPr>
        <p:spPr>
          <a:xfrm>
            <a:off x="1371600" y="2253355"/>
            <a:ext cx="2640330" cy="16972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299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34616-3313-C883-7F11-0E850DB21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7394A-98BB-8EC9-0213-CBB3F3DEF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+mj-ea"/>
              </a:rPr>
              <a:t>화면 구성 </a:t>
            </a:r>
            <a:r>
              <a:rPr lang="en-US" altLang="ko-KR" sz="3000" dirty="0">
                <a:latin typeface="+mj-ea"/>
              </a:rPr>
              <a:t>– </a:t>
            </a:r>
            <a:r>
              <a:rPr lang="ko-KR" altLang="en-US" sz="3000" dirty="0">
                <a:latin typeface="+mj-ea"/>
              </a:rPr>
              <a:t>내 </a:t>
            </a:r>
            <a:r>
              <a:rPr lang="ko-KR" altLang="en-US" sz="3000" dirty="0" err="1">
                <a:latin typeface="+mj-ea"/>
              </a:rPr>
              <a:t>일정만들기</a:t>
            </a:r>
            <a:r>
              <a:rPr lang="en-US" altLang="ko-KR" sz="3000" dirty="0">
                <a:latin typeface="+mj-ea"/>
              </a:rPr>
              <a:t>/</a:t>
            </a:r>
            <a:r>
              <a:rPr lang="ko-KR" altLang="en-US" sz="3000" dirty="0" err="1">
                <a:latin typeface="+mn-ea"/>
              </a:rPr>
              <a:t>여행루트짜기</a:t>
            </a:r>
            <a:r>
              <a:rPr lang="en-US" altLang="ko-KR" sz="3000" dirty="0">
                <a:latin typeface="+mn-ea"/>
              </a:rPr>
              <a:t>/</a:t>
            </a:r>
            <a:br>
              <a:rPr lang="en-US" altLang="ko-KR" sz="3000" dirty="0">
                <a:latin typeface="+mn-ea"/>
              </a:rPr>
            </a:br>
            <a:r>
              <a:rPr lang="en-US" altLang="ko-KR" sz="3000" dirty="0">
                <a:latin typeface="+mn-ea"/>
              </a:rPr>
              <a:t>                     ?</a:t>
            </a:r>
            <a:r>
              <a:rPr lang="ko-KR" altLang="en-US" sz="3000" dirty="0">
                <a:latin typeface="+mn-ea"/>
              </a:rPr>
              <a:t>버튼</a:t>
            </a:r>
            <a:r>
              <a:rPr lang="en-US" altLang="ko-KR" sz="3000" dirty="0">
                <a:latin typeface="+mn-ea"/>
              </a:rPr>
              <a:t>/</a:t>
            </a:r>
            <a:r>
              <a:rPr lang="ko-KR" altLang="en-US" sz="3000" dirty="0" err="1">
                <a:latin typeface="+mn-ea"/>
              </a:rPr>
              <a:t>다른사람의</a:t>
            </a:r>
            <a:r>
              <a:rPr lang="ko-KR" altLang="en-US" sz="3000" dirty="0">
                <a:latin typeface="+mn-ea"/>
              </a:rPr>
              <a:t> 루트보기</a:t>
            </a:r>
            <a:r>
              <a:rPr lang="en-US" altLang="ko-KR" sz="3000" dirty="0">
                <a:latin typeface="+mn-ea"/>
              </a:rPr>
              <a:t>/</a:t>
            </a:r>
            <a:r>
              <a:rPr lang="ko-KR" altLang="en-US" sz="3000" dirty="0">
                <a:latin typeface="+mn-ea"/>
              </a:rPr>
              <a:t>리스트</a:t>
            </a:r>
            <a:r>
              <a:rPr lang="en-US" altLang="ko-KR" sz="3000" dirty="0">
                <a:latin typeface="+mn-ea"/>
              </a:rPr>
              <a:t>/</a:t>
            </a:r>
            <a:br>
              <a:rPr lang="en-US" altLang="ko-KR" sz="3000" dirty="0">
                <a:latin typeface="+mn-ea"/>
              </a:rPr>
            </a:br>
            <a:r>
              <a:rPr lang="en-US" altLang="ko-KR" sz="3000" dirty="0">
                <a:latin typeface="+mn-ea"/>
              </a:rPr>
              <a:t>                     </a:t>
            </a:r>
            <a:r>
              <a:rPr lang="ko-KR" altLang="en-US" sz="3000" dirty="0">
                <a:latin typeface="+mn-ea"/>
              </a:rPr>
              <a:t>다른 사용자 루트 세부</a:t>
            </a:r>
            <a:endParaRPr lang="ko-KR" altLang="en-US" sz="30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878F5697-B09F-2D41-4B8C-652278444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루트 대표 이미지영역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 루트의 </a:t>
            </a:r>
            <a:r>
              <a:rPr lang="ko-KR" altLang="en-US" sz="1400" dirty="0" err="1">
                <a:latin typeface="+mn-ea"/>
              </a:rPr>
              <a:t>대표이미지를</a:t>
            </a:r>
            <a:r>
              <a:rPr lang="ko-KR" altLang="en-US" sz="1400" dirty="0">
                <a:latin typeface="+mn-ea"/>
              </a:rPr>
              <a:t> 나타냄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루트 작성자영역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해당 루트를 어떤 사용자가 만들었는지를 보여줌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3.</a:t>
            </a:r>
            <a:r>
              <a:rPr lang="ko-KR" altLang="en-US" sz="1600" dirty="0">
                <a:latin typeface="+mn-ea"/>
              </a:rPr>
              <a:t>루트 정보 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 루트에 대한 정보를 표시함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몇 개의 여행지를 이동하는지</a:t>
            </a:r>
            <a:r>
              <a:rPr lang="en-US" altLang="ko-KR" sz="1400" dirty="0">
                <a:latin typeface="+mn-ea"/>
              </a:rPr>
              <a:t>,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총 몇 </a:t>
            </a:r>
            <a:r>
              <a:rPr lang="en-US" altLang="ko-KR" sz="1400" dirty="0">
                <a:latin typeface="+mn-ea"/>
              </a:rPr>
              <a:t>km</a:t>
            </a:r>
            <a:r>
              <a:rPr lang="ko-KR" altLang="en-US" sz="1400" dirty="0">
                <a:latin typeface="+mn-ea"/>
              </a:rPr>
              <a:t>를 이동했는지</a:t>
            </a:r>
            <a:r>
              <a:rPr lang="en-US" altLang="ko-KR" sz="1400" dirty="0">
                <a:latin typeface="+mn-ea"/>
              </a:rPr>
              <a:t>,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해당 루트에 경비는 어느정도 </a:t>
            </a:r>
            <a:r>
              <a:rPr lang="ko-KR" altLang="en-US" sz="1400" dirty="0" err="1">
                <a:latin typeface="+mn-ea"/>
              </a:rPr>
              <a:t>들었는지의</a:t>
            </a:r>
            <a:r>
              <a:rPr lang="ko-KR" altLang="en-US" sz="1400" dirty="0">
                <a:latin typeface="+mn-ea"/>
              </a:rPr>
              <a:t> 정보를 포함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B6234B85-F987-9356-2976-A89491F988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3228" y="2183370"/>
            <a:ext cx="3415630" cy="2157810"/>
          </a:xfr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FB93AD-17DE-55C6-D3C0-9BB84E8FCB14}"/>
              </a:ext>
            </a:extLst>
          </p:cNvPr>
          <p:cNvSpPr/>
          <p:nvPr/>
        </p:nvSpPr>
        <p:spPr>
          <a:xfrm>
            <a:off x="963228" y="3589020"/>
            <a:ext cx="1711392" cy="752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A9F9F4-D05A-BBFA-DC0D-7CD045BB7162}"/>
              </a:ext>
            </a:extLst>
          </p:cNvPr>
          <p:cNvSpPr/>
          <p:nvPr/>
        </p:nvSpPr>
        <p:spPr>
          <a:xfrm>
            <a:off x="3124200" y="2183370"/>
            <a:ext cx="1348740" cy="10475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478791-4B3A-DC53-A56C-9C648841286A}"/>
              </a:ext>
            </a:extLst>
          </p:cNvPr>
          <p:cNvSpPr/>
          <p:nvPr/>
        </p:nvSpPr>
        <p:spPr>
          <a:xfrm>
            <a:off x="869146" y="2183370"/>
            <a:ext cx="3603794" cy="148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7A16D99-1993-C93D-21F3-5D209BC4B1D6}"/>
              </a:ext>
            </a:extLst>
          </p:cNvPr>
          <p:cNvSpPr/>
          <p:nvPr/>
        </p:nvSpPr>
        <p:spPr>
          <a:xfrm>
            <a:off x="2491043" y="1300545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4A304EF-25E6-AAE3-6C76-9F778C217223}"/>
              </a:ext>
            </a:extLst>
          </p:cNvPr>
          <p:cNvSpPr/>
          <p:nvPr/>
        </p:nvSpPr>
        <p:spPr>
          <a:xfrm>
            <a:off x="1638924" y="479100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2376ED1-16FC-6C47-CF42-935D12F5AE6B}"/>
              </a:ext>
            </a:extLst>
          </p:cNvPr>
          <p:cNvSpPr/>
          <p:nvPr/>
        </p:nvSpPr>
        <p:spPr>
          <a:xfrm>
            <a:off x="5103398" y="2527125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89F3642-D5B2-7655-65E2-235D47D2FBB7}"/>
              </a:ext>
            </a:extLst>
          </p:cNvPr>
          <p:cNvCxnSpPr>
            <a:stCxn id="13" idx="0"/>
            <a:endCxn id="14" idx="4"/>
          </p:cNvCxnSpPr>
          <p:nvPr/>
        </p:nvCxnSpPr>
        <p:spPr>
          <a:xfrm flipV="1">
            <a:off x="2671043" y="1660545"/>
            <a:ext cx="0" cy="522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9DD52B1-3DCF-8D8E-FDF2-BF05F8EF532C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4472940" y="2707125"/>
            <a:ext cx="6304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F89067F-F37F-171E-98D1-DEE9910EF94F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1818924" y="4341180"/>
            <a:ext cx="0" cy="4498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550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A79B6-4458-AC17-2F88-A2566F147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7A082-06A4-AEFE-6F5B-951F80EC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>
                <a:latin typeface="+mj-ea"/>
              </a:rPr>
              <a:t>내 </a:t>
            </a:r>
            <a:r>
              <a:rPr lang="ko-KR" altLang="en-US" sz="3200" dirty="0" err="1">
                <a:latin typeface="+mj-ea"/>
              </a:rPr>
              <a:t>일정만들기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dirty="0" err="1">
                <a:latin typeface="+mn-ea"/>
              </a:rPr>
              <a:t>여행루트짜기</a:t>
            </a:r>
            <a:r>
              <a:rPr lang="en-US" altLang="ko-KR" sz="3200" dirty="0">
                <a:latin typeface="+mn-ea"/>
              </a:rPr>
              <a:t>/</a:t>
            </a:r>
            <a:br>
              <a:rPr lang="en-US" altLang="ko-KR" sz="3200" dirty="0">
                <a:latin typeface="+mn-ea"/>
              </a:rPr>
            </a:br>
            <a:r>
              <a:rPr lang="en-US" altLang="ko-KR" sz="3200" dirty="0">
                <a:latin typeface="+mn-ea"/>
              </a:rPr>
              <a:t>                   ?</a:t>
            </a:r>
            <a:r>
              <a:rPr lang="ko-KR" altLang="en-US" sz="3200" dirty="0">
                <a:latin typeface="+mn-ea"/>
              </a:rPr>
              <a:t>버튼</a:t>
            </a:r>
            <a:r>
              <a:rPr lang="en-US" altLang="ko-KR" sz="3200" dirty="0">
                <a:latin typeface="+mn-ea"/>
              </a:rPr>
              <a:t>/</a:t>
            </a:r>
            <a:r>
              <a:rPr lang="ko-KR" altLang="en-US" sz="3200" dirty="0" err="1">
                <a:latin typeface="+mn-ea"/>
              </a:rPr>
              <a:t>다른사람의</a:t>
            </a:r>
            <a:r>
              <a:rPr lang="ko-KR" altLang="en-US" sz="3200" dirty="0">
                <a:latin typeface="+mn-ea"/>
              </a:rPr>
              <a:t> 루트보기</a:t>
            </a:r>
            <a:r>
              <a:rPr lang="en-US" altLang="ko-KR" sz="3200" dirty="0">
                <a:latin typeface="+mn-ea"/>
              </a:rPr>
              <a:t>/</a:t>
            </a:r>
            <a:r>
              <a:rPr lang="ko-KR" altLang="en-US" sz="3200" dirty="0">
                <a:latin typeface="+mn-ea"/>
              </a:rPr>
              <a:t>상세</a:t>
            </a:r>
            <a:r>
              <a:rPr lang="en-US" altLang="ko-KR" sz="3200" dirty="0">
                <a:latin typeface="+mn-ea"/>
              </a:rPr>
              <a:t>_1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F3A3966B-679D-2143-27B5-AC3190E39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 err="1">
                <a:latin typeface="+mn-ea"/>
              </a:rPr>
              <a:t>다른사람의</a:t>
            </a:r>
            <a:r>
              <a:rPr lang="ko-KR" altLang="en-US" sz="1600" dirty="0">
                <a:latin typeface="+mn-ea"/>
              </a:rPr>
              <a:t> 루트보기 리스트에서 각 리스트를 클릭하면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현재 페이지로 이동함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1.</a:t>
            </a:r>
            <a:r>
              <a:rPr lang="ko-KR" altLang="en-US" sz="1600" dirty="0">
                <a:latin typeface="+mn-ea"/>
              </a:rPr>
              <a:t>제목영역</a:t>
            </a:r>
            <a:r>
              <a:rPr lang="en-US" altLang="ko-KR" sz="1600" dirty="0">
                <a:latin typeface="+mn-ea"/>
              </a:rPr>
              <a:t>:</a:t>
            </a:r>
            <a:br>
              <a:rPr lang="en-US" altLang="ko-KR" sz="16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현재 루트의 제목을 표시하는 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어떤 사용자의 루트이며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어디를 여행하며</a:t>
            </a:r>
            <a:r>
              <a:rPr lang="en-US" altLang="ko-KR" sz="1400" dirty="0">
                <a:latin typeface="+mn-ea"/>
              </a:rPr>
              <a:t>, 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 err="1">
                <a:latin typeface="+mn-ea"/>
              </a:rPr>
              <a:t>몇박며칠인지의</a:t>
            </a:r>
            <a:r>
              <a:rPr lang="ko-KR" altLang="en-US" sz="1400" dirty="0">
                <a:latin typeface="+mn-ea"/>
              </a:rPr>
              <a:t> 정보를 포함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2.</a:t>
            </a:r>
            <a:r>
              <a:rPr lang="ko-KR" altLang="en-US" sz="1600" dirty="0">
                <a:latin typeface="+mn-ea"/>
              </a:rPr>
              <a:t>지도영역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해당 사용자의 각 일자별 루트를 한눈에 </a:t>
            </a:r>
            <a:r>
              <a:rPr lang="ko-KR" altLang="en-US" sz="1400" dirty="0" err="1">
                <a:latin typeface="+mn-ea"/>
              </a:rPr>
              <a:t>볼수있는</a:t>
            </a:r>
            <a:r>
              <a:rPr lang="ko-KR" altLang="en-US" sz="1400" dirty="0">
                <a:latin typeface="+mn-ea"/>
              </a:rPr>
              <a:t> 지도를 표시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지도에는 각 일자별 이동하는 이동경로가 </a:t>
            </a:r>
            <a:r>
              <a:rPr lang="ko-KR" altLang="en-US" sz="1400" dirty="0" err="1">
                <a:latin typeface="+mn-ea"/>
              </a:rPr>
              <a:t>표시되어있음</a:t>
            </a: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3.</a:t>
            </a:r>
            <a:r>
              <a:rPr lang="ko-KR" altLang="en-US" sz="1600" dirty="0">
                <a:latin typeface="+mn-ea"/>
              </a:rPr>
              <a:t>루트 세부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 일자별 어떤 관광지를 이동하는지를 보여줌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 관광지별로 어느정도 거리가 </a:t>
            </a:r>
            <a:r>
              <a:rPr lang="ko-KR" altLang="en-US" sz="1400" dirty="0" err="1">
                <a:latin typeface="+mn-ea"/>
              </a:rPr>
              <a:t>떨어져있는지를</a:t>
            </a:r>
            <a:r>
              <a:rPr lang="ko-KR" altLang="en-US" sz="1400" dirty="0">
                <a:latin typeface="+mn-ea"/>
              </a:rPr>
              <a:t> 확인할 수 있음</a:t>
            </a:r>
            <a:endParaRPr lang="en-US" altLang="ko-KR" sz="12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4.</a:t>
            </a:r>
            <a:r>
              <a:rPr lang="ko-KR" altLang="en-US" sz="1600" dirty="0">
                <a:latin typeface="+mn-ea"/>
              </a:rPr>
              <a:t>동적버튼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각 일자별로 첫날이면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다음일정보기</a:t>
            </a:r>
            <a:r>
              <a:rPr lang="en-US" altLang="ko-KR" sz="1400" dirty="0">
                <a:latin typeface="+mn-ea"/>
              </a:rPr>
              <a:t>]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마지막날이면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이전일정보기</a:t>
            </a:r>
            <a:r>
              <a:rPr lang="en-US" altLang="ko-KR" sz="1400" dirty="0">
                <a:latin typeface="+mn-ea"/>
              </a:rPr>
              <a:t>]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그 사이의 날이라면 두 버튼이 동시에 존재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자세한 사항은 이후 기술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endParaRPr lang="en-US" altLang="ko-KR" sz="1600" dirty="0">
              <a:latin typeface="+mn-ea"/>
            </a:endParaRPr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65B03477-392E-7318-027C-9F0EDCB036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990600"/>
            <a:ext cx="2640330" cy="5867400"/>
          </a:xfr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E29A65-976F-EF96-AE8A-2DB56484473F}"/>
              </a:ext>
            </a:extLst>
          </p:cNvPr>
          <p:cNvSpPr/>
          <p:nvPr/>
        </p:nvSpPr>
        <p:spPr>
          <a:xfrm>
            <a:off x="1371600" y="1234440"/>
            <a:ext cx="2640330" cy="868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7A5BEA-AAC5-B556-30CD-45DA613E351F}"/>
              </a:ext>
            </a:extLst>
          </p:cNvPr>
          <p:cNvSpPr/>
          <p:nvPr/>
        </p:nvSpPr>
        <p:spPr>
          <a:xfrm>
            <a:off x="1371600" y="2084070"/>
            <a:ext cx="2640330" cy="16116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B58E77-1B62-2198-35D6-80F789AD46A1}"/>
              </a:ext>
            </a:extLst>
          </p:cNvPr>
          <p:cNvSpPr/>
          <p:nvPr/>
        </p:nvSpPr>
        <p:spPr>
          <a:xfrm>
            <a:off x="1371600" y="3836670"/>
            <a:ext cx="2640330" cy="1786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3BCB3B-1946-E4EE-43FE-C27B43C05D94}"/>
              </a:ext>
            </a:extLst>
          </p:cNvPr>
          <p:cNvSpPr/>
          <p:nvPr/>
        </p:nvSpPr>
        <p:spPr>
          <a:xfrm>
            <a:off x="1371600" y="6208395"/>
            <a:ext cx="2640330" cy="6496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BF55843-31BC-8489-0089-DE433451468E}"/>
              </a:ext>
            </a:extLst>
          </p:cNvPr>
          <p:cNvSpPr/>
          <p:nvPr/>
        </p:nvSpPr>
        <p:spPr>
          <a:xfrm>
            <a:off x="4556063" y="1488780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FC1F489-33CD-CF07-6069-5055BD7A9885}"/>
              </a:ext>
            </a:extLst>
          </p:cNvPr>
          <p:cNvSpPr/>
          <p:nvPr/>
        </p:nvSpPr>
        <p:spPr>
          <a:xfrm>
            <a:off x="4556063" y="2709885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E79A21A-B216-F4D1-2A53-EFFF6F46BCDF}"/>
              </a:ext>
            </a:extLst>
          </p:cNvPr>
          <p:cNvSpPr/>
          <p:nvPr/>
        </p:nvSpPr>
        <p:spPr>
          <a:xfrm>
            <a:off x="4556063" y="4550115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C572721-37DB-3EA8-23A5-295A08148A9A}"/>
              </a:ext>
            </a:extLst>
          </p:cNvPr>
          <p:cNvSpPr/>
          <p:nvPr/>
        </p:nvSpPr>
        <p:spPr>
          <a:xfrm>
            <a:off x="4556063" y="6353197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790EA9F-C687-737D-DBA4-A7CC5566E142}"/>
              </a:ext>
            </a:extLst>
          </p:cNvPr>
          <p:cNvCxnSpPr>
            <a:stCxn id="14" idx="3"/>
            <a:endCxn id="18" idx="2"/>
          </p:cNvCxnSpPr>
          <p:nvPr/>
        </p:nvCxnSpPr>
        <p:spPr>
          <a:xfrm>
            <a:off x="4011930" y="1668780"/>
            <a:ext cx="5441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554EE9F-BEE9-4D0C-361D-0EBC7AF41F72}"/>
              </a:ext>
            </a:extLst>
          </p:cNvPr>
          <p:cNvCxnSpPr>
            <a:stCxn id="15" idx="3"/>
            <a:endCxn id="20" idx="2"/>
          </p:cNvCxnSpPr>
          <p:nvPr/>
        </p:nvCxnSpPr>
        <p:spPr>
          <a:xfrm>
            <a:off x="4011930" y="2889885"/>
            <a:ext cx="5441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0449AB5-AC28-47F8-51BB-34876C979A02}"/>
              </a:ext>
            </a:extLst>
          </p:cNvPr>
          <p:cNvCxnSpPr>
            <a:stCxn id="16" idx="3"/>
            <a:endCxn id="21" idx="2"/>
          </p:cNvCxnSpPr>
          <p:nvPr/>
        </p:nvCxnSpPr>
        <p:spPr>
          <a:xfrm>
            <a:off x="4011930" y="4730115"/>
            <a:ext cx="5441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C810C5E-89DA-978B-EF5A-D983849E1E97}"/>
              </a:ext>
            </a:extLst>
          </p:cNvPr>
          <p:cNvCxnSpPr>
            <a:stCxn id="17" idx="3"/>
            <a:endCxn id="22" idx="2"/>
          </p:cNvCxnSpPr>
          <p:nvPr/>
        </p:nvCxnSpPr>
        <p:spPr>
          <a:xfrm flipV="1">
            <a:off x="4011930" y="6533197"/>
            <a:ext cx="544133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083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B04EB-7DBE-B544-5A1D-3324A9B9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AC143-E437-025A-0F85-5CBCA26F5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>
                <a:latin typeface="+mj-ea"/>
              </a:rPr>
              <a:t>내 </a:t>
            </a:r>
            <a:r>
              <a:rPr lang="ko-KR" altLang="en-US" sz="3200" dirty="0" err="1">
                <a:latin typeface="+mj-ea"/>
              </a:rPr>
              <a:t>일정만들기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dirty="0" err="1">
                <a:latin typeface="+mn-ea"/>
              </a:rPr>
              <a:t>여행루트짜기</a:t>
            </a:r>
            <a:r>
              <a:rPr lang="en-US" altLang="ko-KR" sz="3200" dirty="0">
                <a:latin typeface="+mn-ea"/>
              </a:rPr>
              <a:t>/</a:t>
            </a:r>
            <a:br>
              <a:rPr lang="en-US" altLang="ko-KR" sz="3200" dirty="0">
                <a:latin typeface="+mn-ea"/>
              </a:rPr>
            </a:br>
            <a:r>
              <a:rPr lang="en-US" altLang="ko-KR" sz="3200" dirty="0">
                <a:latin typeface="+mn-ea"/>
              </a:rPr>
              <a:t>                   ?</a:t>
            </a:r>
            <a:r>
              <a:rPr lang="ko-KR" altLang="en-US" sz="3200" dirty="0">
                <a:latin typeface="+mn-ea"/>
              </a:rPr>
              <a:t>버튼</a:t>
            </a:r>
            <a:r>
              <a:rPr lang="en-US" altLang="ko-KR" sz="3200" dirty="0">
                <a:latin typeface="+mn-ea"/>
              </a:rPr>
              <a:t>/</a:t>
            </a:r>
            <a:r>
              <a:rPr lang="ko-KR" altLang="en-US" sz="3200" dirty="0" err="1">
                <a:latin typeface="+mn-ea"/>
              </a:rPr>
              <a:t>다른사람의</a:t>
            </a:r>
            <a:r>
              <a:rPr lang="ko-KR" altLang="en-US" sz="3200" dirty="0">
                <a:latin typeface="+mn-ea"/>
              </a:rPr>
              <a:t> 루트보기</a:t>
            </a:r>
            <a:r>
              <a:rPr lang="en-US" altLang="ko-KR" sz="3200" dirty="0">
                <a:latin typeface="+mn-ea"/>
              </a:rPr>
              <a:t>/</a:t>
            </a:r>
            <a:r>
              <a:rPr lang="ko-KR" altLang="en-US" sz="3200" dirty="0">
                <a:latin typeface="+mn-ea"/>
              </a:rPr>
              <a:t>상세</a:t>
            </a:r>
            <a:r>
              <a:rPr lang="en-US" altLang="ko-KR" sz="3200" dirty="0">
                <a:latin typeface="+mn-ea"/>
              </a:rPr>
              <a:t>_2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56A1778C-4FF7-2A7E-DADD-CC3FBE8ED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latin typeface="+mn-ea"/>
              </a:rPr>
              <a:t>시작날과 마지막날 그 사이의 날이기에 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두 버튼이 동시에 존재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4EE0E9E-C517-43CE-7456-8618416291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599" y="990600"/>
            <a:ext cx="2640330" cy="5867400"/>
          </a:xfrm>
        </p:spPr>
      </p:pic>
    </p:spTree>
    <p:extLst>
      <p:ext uri="{BB962C8B-B14F-4D97-AF65-F5344CB8AC3E}">
        <p14:creationId xmlns:p14="http://schemas.microsoft.com/office/powerpoint/2010/main" val="1577199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7B5BC-CEF5-A6AC-C138-216B48A3F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5F3634-46AF-80AF-EAD6-AFD5EE9B2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>
                <a:latin typeface="+mj-ea"/>
              </a:rPr>
              <a:t>내 </a:t>
            </a:r>
            <a:r>
              <a:rPr lang="ko-KR" altLang="en-US" sz="3200" dirty="0" err="1">
                <a:latin typeface="+mj-ea"/>
              </a:rPr>
              <a:t>일정만들기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dirty="0" err="1">
                <a:latin typeface="+mn-ea"/>
              </a:rPr>
              <a:t>여행루트짜기</a:t>
            </a:r>
            <a:r>
              <a:rPr lang="en-US" altLang="ko-KR" sz="3200" dirty="0">
                <a:latin typeface="+mn-ea"/>
              </a:rPr>
              <a:t>/</a:t>
            </a:r>
            <a:br>
              <a:rPr lang="en-US" altLang="ko-KR" sz="3200" dirty="0">
                <a:latin typeface="+mn-ea"/>
              </a:rPr>
            </a:br>
            <a:r>
              <a:rPr lang="en-US" altLang="ko-KR" sz="3200" dirty="0">
                <a:latin typeface="+mn-ea"/>
              </a:rPr>
              <a:t>                   ?</a:t>
            </a:r>
            <a:r>
              <a:rPr lang="ko-KR" altLang="en-US" sz="3200" dirty="0">
                <a:latin typeface="+mn-ea"/>
              </a:rPr>
              <a:t>버튼</a:t>
            </a:r>
            <a:r>
              <a:rPr lang="en-US" altLang="ko-KR" sz="3200" dirty="0">
                <a:latin typeface="+mn-ea"/>
              </a:rPr>
              <a:t>/</a:t>
            </a:r>
            <a:r>
              <a:rPr lang="ko-KR" altLang="en-US" sz="3200" dirty="0" err="1">
                <a:latin typeface="+mn-ea"/>
              </a:rPr>
              <a:t>다른사람의</a:t>
            </a:r>
            <a:r>
              <a:rPr lang="ko-KR" altLang="en-US" sz="3200" dirty="0">
                <a:latin typeface="+mn-ea"/>
              </a:rPr>
              <a:t> 루트보기</a:t>
            </a:r>
            <a:r>
              <a:rPr lang="en-US" altLang="ko-KR" sz="3200" dirty="0">
                <a:latin typeface="+mn-ea"/>
              </a:rPr>
              <a:t>/</a:t>
            </a:r>
            <a:r>
              <a:rPr lang="ko-KR" altLang="en-US" sz="3200" dirty="0">
                <a:latin typeface="+mn-ea"/>
              </a:rPr>
              <a:t>상세</a:t>
            </a:r>
            <a:r>
              <a:rPr lang="en-US" altLang="ko-KR" sz="3200" dirty="0">
                <a:latin typeface="+mn-ea"/>
              </a:rPr>
              <a:t>_3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216E57B0-368C-BA68-2B04-987937604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 err="1">
                <a:latin typeface="+mn-ea"/>
              </a:rPr>
              <a:t>마지막날이기에</a:t>
            </a:r>
            <a:r>
              <a:rPr lang="ko-KR" altLang="en-US" sz="1600" dirty="0">
                <a:latin typeface="+mn-ea"/>
              </a:rPr>
              <a:t> 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두 버튼이 동시에 존재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D4948429-7F27-FD3A-988C-E3581E69FE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990600"/>
            <a:ext cx="2640330" cy="5867400"/>
          </a:xfrm>
        </p:spPr>
      </p:pic>
    </p:spTree>
    <p:extLst>
      <p:ext uri="{BB962C8B-B14F-4D97-AF65-F5344CB8AC3E}">
        <p14:creationId xmlns:p14="http://schemas.microsoft.com/office/powerpoint/2010/main" val="4160201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570A9-1AFA-3C97-735B-A066CC3E6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573D8-F3C8-FDE3-CDDD-D1E55DA04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+mj-ea"/>
              </a:rPr>
              <a:t>화면 구성 </a:t>
            </a:r>
            <a:r>
              <a:rPr lang="en-US" altLang="ko-KR" sz="3200" dirty="0">
                <a:latin typeface="+mj-ea"/>
              </a:rPr>
              <a:t>– </a:t>
            </a:r>
            <a:r>
              <a:rPr lang="ko-KR" altLang="en-US" sz="3200" dirty="0">
                <a:latin typeface="+mj-ea"/>
              </a:rPr>
              <a:t>내 </a:t>
            </a:r>
            <a:r>
              <a:rPr lang="ko-KR" altLang="en-US" sz="3200" dirty="0" err="1">
                <a:latin typeface="+mj-ea"/>
              </a:rPr>
              <a:t>일정만들기</a:t>
            </a:r>
            <a:r>
              <a:rPr lang="en-US" altLang="ko-KR" sz="3200" dirty="0">
                <a:latin typeface="+mj-ea"/>
              </a:rPr>
              <a:t>/</a:t>
            </a:r>
            <a:r>
              <a:rPr lang="ko-KR" altLang="en-US" sz="3200" dirty="0" err="1">
                <a:latin typeface="+mn-ea"/>
              </a:rPr>
              <a:t>여행루트짜기</a:t>
            </a:r>
            <a:r>
              <a:rPr lang="en-US" altLang="ko-KR" sz="3200" dirty="0">
                <a:latin typeface="+mn-ea"/>
              </a:rPr>
              <a:t>/</a:t>
            </a:r>
            <a:br>
              <a:rPr lang="en-US" altLang="ko-KR" sz="3200" dirty="0">
                <a:latin typeface="+mn-ea"/>
              </a:rPr>
            </a:br>
            <a:r>
              <a:rPr lang="en-US" altLang="ko-KR" sz="3200" dirty="0">
                <a:latin typeface="+mn-ea"/>
              </a:rPr>
              <a:t>                   ?</a:t>
            </a:r>
            <a:r>
              <a:rPr lang="ko-KR" altLang="en-US" sz="3200" dirty="0">
                <a:latin typeface="+mn-ea"/>
              </a:rPr>
              <a:t>버튼</a:t>
            </a:r>
            <a:r>
              <a:rPr lang="en-US" altLang="ko-KR" sz="3200" dirty="0">
                <a:latin typeface="+mn-ea"/>
              </a:rPr>
              <a:t>/</a:t>
            </a:r>
            <a:r>
              <a:rPr lang="ko-KR" altLang="en-US" sz="3200" dirty="0">
                <a:latin typeface="+mn-ea"/>
              </a:rPr>
              <a:t>채팅페이지</a:t>
            </a:r>
            <a:endParaRPr lang="ko-KR" altLang="en-US" sz="3200" dirty="0"/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BA34E853-BC1D-6859-381D-29111441B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9774" y="994300"/>
            <a:ext cx="6002833" cy="5317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latin typeface="+mn-ea"/>
              </a:rPr>
              <a:t>채팅영역으로 진입하면 우측에서 애니메이션과 함께 등장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반투명페이지에서 채팅이 진행되며 이전페이지는 </a:t>
            </a:r>
            <a:r>
              <a:rPr lang="en-US" altLang="ko-KR" sz="1600" dirty="0">
                <a:latin typeface="+mn-ea"/>
              </a:rPr>
              <a:t>blur</a:t>
            </a:r>
            <a:r>
              <a:rPr lang="ko-KR" altLang="en-US" sz="1600" dirty="0">
                <a:latin typeface="+mn-ea"/>
              </a:rPr>
              <a:t>처리됨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64094C4-AC77-4B41-C479-0F8C99CB3D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599" y="990599"/>
            <a:ext cx="2641107" cy="5869127"/>
          </a:xfrm>
        </p:spPr>
      </p:pic>
    </p:spTree>
    <p:extLst>
      <p:ext uri="{BB962C8B-B14F-4D97-AF65-F5344CB8AC3E}">
        <p14:creationId xmlns:p14="http://schemas.microsoft.com/office/powerpoint/2010/main" val="45648673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326</TotalTime>
  <Words>2206</Words>
  <Application>Microsoft Office PowerPoint</Application>
  <PresentationFormat>와이드스크린</PresentationFormat>
  <Paragraphs>222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6" baseType="lpstr">
      <vt:lpstr>Franklin Gothic Book</vt:lpstr>
      <vt:lpstr>자르기</vt:lpstr>
      <vt:lpstr>RUBATO 화면설계서</vt:lpstr>
      <vt:lpstr>어플리케이션 소개</vt:lpstr>
      <vt:lpstr>화면 구성 - 메인페이지</vt:lpstr>
      <vt:lpstr>화면 구성 – 메인페이지/상단검색영역</vt:lpstr>
      <vt:lpstr>화면 구성 – 메인페이지/인기 지역 리스트 영역</vt:lpstr>
      <vt:lpstr>화면 구성 – 메인페이지/추천 여행지 영역</vt:lpstr>
      <vt:lpstr>화면 구성 – 메인페이지/테마별 여행 버튼 영역</vt:lpstr>
      <vt:lpstr>화면 구성 – 메인페이지/ 테마별 여행</vt:lpstr>
      <vt:lpstr>화면 구성 – 메인페이지/여행일정 영역</vt:lpstr>
      <vt:lpstr>화면 구성 – 메인페이지/여행일정 영역(확장됨)</vt:lpstr>
      <vt:lpstr>화면 구성 – 메인페이지/메뉴버튼(확장됨)</vt:lpstr>
      <vt:lpstr>화면 구성 – 메인페이지/메뉴버튼(확장됨)/버튼영역</vt:lpstr>
      <vt:lpstr>화면 구성 – 메인페이지/메뉴버튼(확장됨)/                 사용자명 및 대표이미지영역 </vt:lpstr>
      <vt:lpstr>화면 구성 – 메인페이지/메뉴버튼(확장됨)/                 (내여행|스크랩|내여정)_버튼 영역</vt:lpstr>
      <vt:lpstr>화면 구성 – 메인페이지/메뉴버튼(확장됨)/                 (내정보|도전과제|내 리뷰)_버튼 영역</vt:lpstr>
      <vt:lpstr>화면 구성 – 메인페이지/메뉴버튼(확장됨)/                 (4)번의 상세영역 </vt:lpstr>
      <vt:lpstr>화면 구성 – 메인페이지/메뉴버튼(확장됨)/                 (4)번의 상세영역 </vt:lpstr>
      <vt:lpstr>화면 구성 – 메인페이지/메뉴버튼(확장됨)/                 (4)번의 상세영역 </vt:lpstr>
      <vt:lpstr>화면 구성 – 메인페이지/메뉴버튼(확장됨)/                    (4)번의 상세영역 </vt:lpstr>
      <vt:lpstr>화면 구성 – 내 일정만들기/여행지선택페이지</vt:lpstr>
      <vt:lpstr>화면 구성 – 내 일정만들기/여행지선택페이지/                 검색영역</vt:lpstr>
      <vt:lpstr>화면 구성 – 내 일정만들기/여행지선택페이지/                 선호사항 선택 영역</vt:lpstr>
      <vt:lpstr>화면 구성 – 내 일정만들기/여행지선택페이지/                      선호사항 선택 영역(확장됨)</vt:lpstr>
      <vt:lpstr>화면 구성 – 내 일정만들기/여행지선택페이지/                 여행지 리스트영역</vt:lpstr>
      <vt:lpstr>화면 구성 – 내 일정만들기/여행지선택페이지/                 채팅버튼</vt:lpstr>
      <vt:lpstr>화면 구성 – 내 일정만들기/여행지선택페이지/                 선택된 여행지관리 및 버튼 영역 </vt:lpstr>
      <vt:lpstr>화면 구성 – 내 일정만들기/여행일정선택페이지 </vt:lpstr>
      <vt:lpstr>화면 구성 – 내 일정만들기/여행루트짜기</vt:lpstr>
      <vt:lpstr>화면 구성 – 내 일정만들기/여행루트짜기/                    ?버튼/다른사람의 루트보기/리스트</vt:lpstr>
      <vt:lpstr>화면 구성 – 내 일정만들기/여행루트짜기/                      ?버튼/다른사람의 루트보기/리스트/                      다른 사용자 루트 세부</vt:lpstr>
      <vt:lpstr>화면 구성 – 내 일정만들기/여행루트짜기/                    ?버튼/다른사람의 루트보기/상세_1</vt:lpstr>
      <vt:lpstr>화면 구성 – 내 일정만들기/여행루트짜기/                    ?버튼/다른사람의 루트보기/상세_2</vt:lpstr>
      <vt:lpstr>화면 구성 – 내 일정만들기/여행루트짜기/                    ?버튼/다른사람의 루트보기/상세_3</vt:lpstr>
      <vt:lpstr>화면 구성 – 내 일정만들기/여행루트짜기/                    ?버튼/채팅페이지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시우 박</dc:creator>
  <cp:lastModifiedBy>시우 박</cp:lastModifiedBy>
  <cp:revision>1</cp:revision>
  <dcterms:created xsi:type="dcterms:W3CDTF">2024-10-28T14:50:04Z</dcterms:created>
  <dcterms:modified xsi:type="dcterms:W3CDTF">2024-10-29T05:41:34Z</dcterms:modified>
</cp:coreProperties>
</file>